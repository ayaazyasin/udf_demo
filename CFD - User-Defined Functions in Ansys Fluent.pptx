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9"/>
  </p:notesMasterIdLst>
  <p:sldIdLst>
    <p:sldId id="256" r:id="rId2"/>
    <p:sldId id="257" r:id="rId3"/>
    <p:sldId id="270" r:id="rId4"/>
    <p:sldId id="271" r:id="rId5"/>
    <p:sldId id="258" r:id="rId6"/>
    <p:sldId id="280" r:id="rId7"/>
    <p:sldId id="281" r:id="rId8"/>
    <p:sldId id="261" r:id="rId9"/>
    <p:sldId id="262" r:id="rId10"/>
    <p:sldId id="275" r:id="rId11"/>
    <p:sldId id="274" r:id="rId12"/>
    <p:sldId id="272" r:id="rId13"/>
    <p:sldId id="273" r:id="rId14"/>
    <p:sldId id="276" r:id="rId15"/>
    <p:sldId id="279" r:id="rId16"/>
    <p:sldId id="278" r:id="rId17"/>
    <p:sldId id="277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4F6BD16-F6E2-4486-858A-595B9E2B6791}" v="291" dt="2024-04-11T15:39:43.85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7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asin, Ayaaz (yasinaz)" userId="dd43670c-ce28-4a59-803d-288a87a3f4c1" providerId="ADAL" clId="{F4F6BD16-F6E2-4486-858A-595B9E2B6791}"/>
    <pc:docChg chg="undo custSel addSld modSld sldOrd">
      <pc:chgData name="Yasin, Ayaaz (yasinaz)" userId="dd43670c-ce28-4a59-803d-288a87a3f4c1" providerId="ADAL" clId="{F4F6BD16-F6E2-4486-858A-595B9E2B6791}" dt="2024-04-11T15:39:33.063" v="2006" actId="1076"/>
      <pc:docMkLst>
        <pc:docMk/>
      </pc:docMkLst>
      <pc:sldChg chg="modSp mod">
        <pc:chgData name="Yasin, Ayaaz (yasinaz)" userId="dd43670c-ce28-4a59-803d-288a87a3f4c1" providerId="ADAL" clId="{F4F6BD16-F6E2-4486-858A-595B9E2B6791}" dt="2024-04-11T15:02:02.860" v="1436" actId="20577"/>
        <pc:sldMkLst>
          <pc:docMk/>
          <pc:sldMk cId="2624389846" sldId="256"/>
        </pc:sldMkLst>
        <pc:spChg chg="mod">
          <ac:chgData name="Yasin, Ayaaz (yasinaz)" userId="dd43670c-ce28-4a59-803d-288a87a3f4c1" providerId="ADAL" clId="{F4F6BD16-F6E2-4486-858A-595B9E2B6791}" dt="2024-04-11T15:02:02.860" v="1436" actId="20577"/>
          <ac:spMkLst>
            <pc:docMk/>
            <pc:sldMk cId="2624389846" sldId="256"/>
            <ac:spMk id="3" creationId="{F50C7B69-71EE-4FAF-8E68-95CB4C920EDF}"/>
          </ac:spMkLst>
        </pc:spChg>
      </pc:sldChg>
      <pc:sldChg chg="addSp delSp modSp mod modAnim">
        <pc:chgData name="Yasin, Ayaaz (yasinaz)" userId="dd43670c-ce28-4a59-803d-288a87a3f4c1" providerId="ADAL" clId="{F4F6BD16-F6E2-4486-858A-595B9E2B6791}" dt="2024-04-11T13:46:57.571" v="28"/>
        <pc:sldMkLst>
          <pc:docMk/>
          <pc:sldMk cId="3939571463" sldId="258"/>
        </pc:sldMkLst>
        <pc:spChg chg="add del mod">
          <ac:chgData name="Yasin, Ayaaz (yasinaz)" userId="dd43670c-ce28-4a59-803d-288a87a3f4c1" providerId="ADAL" clId="{F4F6BD16-F6E2-4486-858A-595B9E2B6791}" dt="2024-04-11T13:45:46.746" v="1" actId="478"/>
          <ac:spMkLst>
            <pc:docMk/>
            <pc:sldMk cId="3939571463" sldId="258"/>
            <ac:spMk id="3" creationId="{B663575A-26D9-B263-CC2D-0CD208086BED}"/>
          </ac:spMkLst>
        </pc:spChg>
        <pc:spChg chg="add mod">
          <ac:chgData name="Yasin, Ayaaz (yasinaz)" userId="dd43670c-ce28-4a59-803d-288a87a3f4c1" providerId="ADAL" clId="{F4F6BD16-F6E2-4486-858A-595B9E2B6791}" dt="2024-04-11T13:46:16.226" v="22" actId="1076"/>
          <ac:spMkLst>
            <pc:docMk/>
            <pc:sldMk cId="3939571463" sldId="258"/>
            <ac:spMk id="5" creationId="{4011CA21-F7DB-72E2-0405-F23249CC8FBB}"/>
          </ac:spMkLst>
        </pc:spChg>
        <pc:spChg chg="add mod">
          <ac:chgData name="Yasin, Ayaaz (yasinaz)" userId="dd43670c-ce28-4a59-803d-288a87a3f4c1" providerId="ADAL" clId="{F4F6BD16-F6E2-4486-858A-595B9E2B6791}" dt="2024-04-11T13:46:31.488" v="27" actId="207"/>
          <ac:spMkLst>
            <pc:docMk/>
            <pc:sldMk cId="3939571463" sldId="258"/>
            <ac:spMk id="8" creationId="{756ED89D-008D-C6F7-CEF0-64C8C0DC41C1}"/>
          </ac:spMkLst>
        </pc:spChg>
      </pc:sldChg>
      <pc:sldChg chg="modSp mod ord modAnim">
        <pc:chgData name="Yasin, Ayaaz (yasinaz)" userId="dd43670c-ce28-4a59-803d-288a87a3f4c1" providerId="ADAL" clId="{F4F6BD16-F6E2-4486-858A-595B9E2B6791}" dt="2024-04-11T15:26:35.663" v="1627"/>
        <pc:sldMkLst>
          <pc:docMk/>
          <pc:sldMk cId="189998233" sldId="259"/>
        </pc:sldMkLst>
        <pc:spChg chg="mod">
          <ac:chgData name="Yasin, Ayaaz (yasinaz)" userId="dd43670c-ce28-4a59-803d-288a87a3f4c1" providerId="ADAL" clId="{F4F6BD16-F6E2-4486-858A-595B9E2B6791}" dt="2024-04-11T14:50:30.643" v="1103" actId="20577"/>
          <ac:spMkLst>
            <pc:docMk/>
            <pc:sldMk cId="189998233" sldId="259"/>
            <ac:spMk id="2" creationId="{206C1CED-1BCD-4D94-84C5-4CE77160F9D2}"/>
          </ac:spMkLst>
        </pc:spChg>
        <pc:spChg chg="mod">
          <ac:chgData name="Yasin, Ayaaz (yasinaz)" userId="dd43670c-ce28-4a59-803d-288a87a3f4c1" providerId="ADAL" clId="{F4F6BD16-F6E2-4486-858A-595B9E2B6791}" dt="2024-04-11T15:01:33.751" v="1430" actId="20577"/>
          <ac:spMkLst>
            <pc:docMk/>
            <pc:sldMk cId="189998233" sldId="259"/>
            <ac:spMk id="3" creationId="{76500308-EF7B-4E82-8EE3-DF7D370C1E67}"/>
          </ac:spMkLst>
        </pc:spChg>
      </pc:sldChg>
      <pc:sldChg chg="addSp delSp modSp new mod">
        <pc:chgData name="Yasin, Ayaaz (yasinaz)" userId="dd43670c-ce28-4a59-803d-288a87a3f4c1" providerId="ADAL" clId="{F4F6BD16-F6E2-4486-858A-595B9E2B6791}" dt="2024-04-11T14:26:28.646" v="616" actId="20577"/>
        <pc:sldMkLst>
          <pc:docMk/>
          <pc:sldMk cId="2411203921" sldId="260"/>
        </pc:sldMkLst>
        <pc:spChg chg="mod">
          <ac:chgData name="Yasin, Ayaaz (yasinaz)" userId="dd43670c-ce28-4a59-803d-288a87a3f4c1" providerId="ADAL" clId="{F4F6BD16-F6E2-4486-858A-595B9E2B6791}" dt="2024-04-11T14:26:28.646" v="616" actId="20577"/>
          <ac:spMkLst>
            <pc:docMk/>
            <pc:sldMk cId="2411203921" sldId="260"/>
            <ac:spMk id="2" creationId="{C9BB069A-A145-1E24-EB4B-E6D3F3DDB74D}"/>
          </ac:spMkLst>
        </pc:spChg>
        <pc:spChg chg="del">
          <ac:chgData name="Yasin, Ayaaz (yasinaz)" userId="dd43670c-ce28-4a59-803d-288a87a3f4c1" providerId="ADAL" clId="{F4F6BD16-F6E2-4486-858A-595B9E2B6791}" dt="2024-04-11T14:21:59.863" v="538" actId="478"/>
          <ac:spMkLst>
            <pc:docMk/>
            <pc:sldMk cId="2411203921" sldId="260"/>
            <ac:spMk id="3" creationId="{F1873A56-44F7-81DE-274A-E7A97868F0D2}"/>
          </ac:spMkLst>
        </pc:spChg>
        <pc:graphicFrameChg chg="add mod modGraphic">
          <ac:chgData name="Yasin, Ayaaz (yasinaz)" userId="dd43670c-ce28-4a59-803d-288a87a3f4c1" providerId="ADAL" clId="{F4F6BD16-F6E2-4486-858A-595B9E2B6791}" dt="2024-04-11T14:25:04.052" v="584" actId="13219"/>
          <ac:graphicFrameMkLst>
            <pc:docMk/>
            <pc:sldMk cId="2411203921" sldId="260"/>
            <ac:graphicFrameMk id="4" creationId="{56E1D0D2-C009-976E-FDC3-AE1A84D3DA75}"/>
          </ac:graphicFrameMkLst>
        </pc:graphicFrameChg>
      </pc:sldChg>
      <pc:sldChg chg="addSp modSp new mod">
        <pc:chgData name="Yasin, Ayaaz (yasinaz)" userId="dd43670c-ce28-4a59-803d-288a87a3f4c1" providerId="ADAL" clId="{F4F6BD16-F6E2-4486-858A-595B9E2B6791}" dt="2024-04-11T13:58:31.962" v="66" actId="1076"/>
        <pc:sldMkLst>
          <pc:docMk/>
          <pc:sldMk cId="3435226033" sldId="261"/>
        </pc:sldMkLst>
        <pc:spChg chg="mod">
          <ac:chgData name="Yasin, Ayaaz (yasinaz)" userId="dd43670c-ce28-4a59-803d-288a87a3f4c1" providerId="ADAL" clId="{F4F6BD16-F6E2-4486-858A-595B9E2B6791}" dt="2024-04-11T13:56:41.980" v="55" actId="20577"/>
          <ac:spMkLst>
            <pc:docMk/>
            <pc:sldMk cId="3435226033" sldId="261"/>
            <ac:spMk id="2" creationId="{3107E5BC-CBE5-D405-EA4B-C807804369FB}"/>
          </ac:spMkLst>
        </pc:spChg>
        <pc:picChg chg="add mod">
          <ac:chgData name="Yasin, Ayaaz (yasinaz)" userId="dd43670c-ce28-4a59-803d-288a87a3f4c1" providerId="ADAL" clId="{F4F6BD16-F6E2-4486-858A-595B9E2B6791}" dt="2024-04-11T13:57:10.436" v="61" actId="1076"/>
          <ac:picMkLst>
            <pc:docMk/>
            <pc:sldMk cId="3435226033" sldId="261"/>
            <ac:picMk id="4" creationId="{7461F69F-0A7C-EC64-6E85-CB86234FB9F8}"/>
          </ac:picMkLst>
        </pc:picChg>
        <pc:picChg chg="add mod">
          <ac:chgData name="Yasin, Ayaaz (yasinaz)" userId="dd43670c-ce28-4a59-803d-288a87a3f4c1" providerId="ADAL" clId="{F4F6BD16-F6E2-4486-858A-595B9E2B6791}" dt="2024-04-11T13:58:31.962" v="66" actId="1076"/>
          <ac:picMkLst>
            <pc:docMk/>
            <pc:sldMk cId="3435226033" sldId="261"/>
            <ac:picMk id="6" creationId="{77A28D71-7B84-1333-FF1B-F02DC7232357}"/>
          </ac:picMkLst>
        </pc:picChg>
      </pc:sldChg>
      <pc:sldChg chg="addSp delSp modSp new mod modClrScheme chgLayout">
        <pc:chgData name="Yasin, Ayaaz (yasinaz)" userId="dd43670c-ce28-4a59-803d-288a87a3f4c1" providerId="ADAL" clId="{F4F6BD16-F6E2-4486-858A-595B9E2B6791}" dt="2024-04-11T14:18:26.208" v="537" actId="14100"/>
        <pc:sldMkLst>
          <pc:docMk/>
          <pc:sldMk cId="1406309125" sldId="262"/>
        </pc:sldMkLst>
        <pc:spChg chg="mod ord">
          <ac:chgData name="Yasin, Ayaaz (yasinaz)" userId="dd43670c-ce28-4a59-803d-288a87a3f4c1" providerId="ADAL" clId="{F4F6BD16-F6E2-4486-858A-595B9E2B6791}" dt="2024-04-11T14:12:18.611" v="84" actId="700"/>
          <ac:spMkLst>
            <pc:docMk/>
            <pc:sldMk cId="1406309125" sldId="262"/>
            <ac:spMk id="2" creationId="{122B00C3-B7AB-1A92-5B42-6A93A7F3E951}"/>
          </ac:spMkLst>
        </pc:spChg>
        <pc:spChg chg="add mod ord">
          <ac:chgData name="Yasin, Ayaaz (yasinaz)" userId="dd43670c-ce28-4a59-803d-288a87a3f4c1" providerId="ADAL" clId="{F4F6BD16-F6E2-4486-858A-595B9E2B6791}" dt="2024-04-11T14:16:59.999" v="312" actId="20577"/>
          <ac:spMkLst>
            <pc:docMk/>
            <pc:sldMk cId="1406309125" sldId="262"/>
            <ac:spMk id="3" creationId="{44B84793-9F64-5CB8-8BC5-2A1DBCEA1024}"/>
          </ac:spMkLst>
        </pc:spChg>
        <pc:spChg chg="add mod">
          <ac:chgData name="Yasin, Ayaaz (yasinaz)" userId="dd43670c-ce28-4a59-803d-288a87a3f4c1" providerId="ADAL" clId="{F4F6BD16-F6E2-4486-858A-595B9E2B6791}" dt="2024-04-11T14:18:08.712" v="505" actId="1076"/>
          <ac:spMkLst>
            <pc:docMk/>
            <pc:sldMk cId="1406309125" sldId="262"/>
            <ac:spMk id="4" creationId="{32AEFDDB-CD00-F808-C69D-C5A6F5E1A647}"/>
          </ac:spMkLst>
        </pc:spChg>
        <pc:spChg chg="add del mod">
          <ac:chgData name="Yasin, Ayaaz (yasinaz)" userId="dd43670c-ce28-4a59-803d-288a87a3f4c1" providerId="ADAL" clId="{F4F6BD16-F6E2-4486-858A-595B9E2B6791}" dt="2024-04-11T14:16:57.826" v="311" actId="478"/>
          <ac:spMkLst>
            <pc:docMk/>
            <pc:sldMk cId="1406309125" sldId="262"/>
            <ac:spMk id="5" creationId="{DDA45846-EB40-9939-60CC-CEC2832D5948}"/>
          </ac:spMkLst>
        </pc:spChg>
        <pc:spChg chg="add mod">
          <ac:chgData name="Yasin, Ayaaz (yasinaz)" userId="dd43670c-ce28-4a59-803d-288a87a3f4c1" providerId="ADAL" clId="{F4F6BD16-F6E2-4486-858A-595B9E2B6791}" dt="2024-04-11T14:18:08.712" v="505" actId="1076"/>
          <ac:spMkLst>
            <pc:docMk/>
            <pc:sldMk cId="1406309125" sldId="262"/>
            <ac:spMk id="6" creationId="{2E2331B7-4538-1D60-DAB5-C34917BB5CAC}"/>
          </ac:spMkLst>
        </pc:spChg>
        <pc:spChg chg="add mod">
          <ac:chgData name="Yasin, Ayaaz (yasinaz)" userId="dd43670c-ce28-4a59-803d-288a87a3f4c1" providerId="ADAL" clId="{F4F6BD16-F6E2-4486-858A-595B9E2B6791}" dt="2024-04-11T14:18:26.208" v="537" actId="14100"/>
          <ac:spMkLst>
            <pc:docMk/>
            <pc:sldMk cId="1406309125" sldId="262"/>
            <ac:spMk id="7" creationId="{C475FE63-A510-7A79-3C06-FC998CF257F2}"/>
          </ac:spMkLst>
        </pc:spChg>
      </pc:sldChg>
      <pc:sldChg chg="addSp modSp new mod">
        <pc:chgData name="Yasin, Ayaaz (yasinaz)" userId="dd43670c-ce28-4a59-803d-288a87a3f4c1" providerId="ADAL" clId="{F4F6BD16-F6E2-4486-858A-595B9E2B6791}" dt="2024-04-11T14:49:28.145" v="1074" actId="1076"/>
        <pc:sldMkLst>
          <pc:docMk/>
          <pc:sldMk cId="874958708" sldId="263"/>
        </pc:sldMkLst>
        <pc:spChg chg="mod">
          <ac:chgData name="Yasin, Ayaaz (yasinaz)" userId="dd43670c-ce28-4a59-803d-288a87a3f4c1" providerId="ADAL" clId="{F4F6BD16-F6E2-4486-858A-595B9E2B6791}" dt="2024-04-11T14:29:52.034" v="638" actId="20577"/>
          <ac:spMkLst>
            <pc:docMk/>
            <pc:sldMk cId="874958708" sldId="263"/>
            <ac:spMk id="2" creationId="{10B3D0B6-536D-2BC0-A92D-3A13D3E76DF8}"/>
          </ac:spMkLst>
        </pc:spChg>
        <pc:spChg chg="add mod">
          <ac:chgData name="Yasin, Ayaaz (yasinaz)" userId="dd43670c-ce28-4a59-803d-288a87a3f4c1" providerId="ADAL" clId="{F4F6BD16-F6E2-4486-858A-595B9E2B6791}" dt="2024-04-11T14:49:28.145" v="1074" actId="1076"/>
          <ac:spMkLst>
            <pc:docMk/>
            <pc:sldMk cId="874958708" sldId="263"/>
            <ac:spMk id="4" creationId="{88BB1E41-32D4-EBE9-71BE-9B6ADB2375EF}"/>
          </ac:spMkLst>
        </pc:spChg>
      </pc:sldChg>
      <pc:sldChg chg="addSp delSp modSp new mod modAnim">
        <pc:chgData name="Yasin, Ayaaz (yasinaz)" userId="dd43670c-ce28-4a59-803d-288a87a3f4c1" providerId="ADAL" clId="{F4F6BD16-F6E2-4486-858A-595B9E2B6791}" dt="2024-04-11T14:47:32.100" v="1070"/>
        <pc:sldMkLst>
          <pc:docMk/>
          <pc:sldMk cId="2112038184" sldId="264"/>
        </pc:sldMkLst>
        <pc:spChg chg="mod">
          <ac:chgData name="Yasin, Ayaaz (yasinaz)" userId="dd43670c-ce28-4a59-803d-288a87a3f4c1" providerId="ADAL" clId="{F4F6BD16-F6E2-4486-858A-595B9E2B6791}" dt="2024-04-11T14:31:17.918" v="716" actId="20577"/>
          <ac:spMkLst>
            <pc:docMk/>
            <pc:sldMk cId="2112038184" sldId="264"/>
            <ac:spMk id="2" creationId="{53CBAE05-64C2-D2FA-D286-92A92A0EAD84}"/>
          </ac:spMkLst>
        </pc:spChg>
        <pc:spChg chg="del">
          <ac:chgData name="Yasin, Ayaaz (yasinaz)" userId="dd43670c-ce28-4a59-803d-288a87a3f4c1" providerId="ADAL" clId="{F4F6BD16-F6E2-4486-858A-595B9E2B6791}" dt="2024-04-11T14:31:04.082" v="640" actId="478"/>
          <ac:spMkLst>
            <pc:docMk/>
            <pc:sldMk cId="2112038184" sldId="264"/>
            <ac:spMk id="3" creationId="{156B0660-D548-47FA-2D08-87DCA56F4B0F}"/>
          </ac:spMkLst>
        </pc:spChg>
        <pc:spChg chg="add mod">
          <ac:chgData name="Yasin, Ayaaz (yasinaz)" userId="dd43670c-ce28-4a59-803d-288a87a3f4c1" providerId="ADAL" clId="{F4F6BD16-F6E2-4486-858A-595B9E2B6791}" dt="2024-04-11T14:45:09.563" v="1038" actId="403"/>
          <ac:spMkLst>
            <pc:docMk/>
            <pc:sldMk cId="2112038184" sldId="264"/>
            <ac:spMk id="4" creationId="{68C5F241-35A5-8248-F9BF-40CE98D2F9FA}"/>
          </ac:spMkLst>
        </pc:spChg>
        <pc:spChg chg="add mod">
          <ac:chgData name="Yasin, Ayaaz (yasinaz)" userId="dd43670c-ce28-4a59-803d-288a87a3f4c1" providerId="ADAL" clId="{F4F6BD16-F6E2-4486-858A-595B9E2B6791}" dt="2024-04-11T14:45:38.649" v="1044" actId="1076"/>
          <ac:spMkLst>
            <pc:docMk/>
            <pc:sldMk cId="2112038184" sldId="264"/>
            <ac:spMk id="5" creationId="{2F87E401-2572-EA9C-B79E-3279A30B2F72}"/>
          </ac:spMkLst>
        </pc:spChg>
        <pc:spChg chg="add mod">
          <ac:chgData name="Yasin, Ayaaz (yasinaz)" userId="dd43670c-ce28-4a59-803d-288a87a3f4c1" providerId="ADAL" clId="{F4F6BD16-F6E2-4486-858A-595B9E2B6791}" dt="2024-04-11T14:45:38.649" v="1044" actId="1076"/>
          <ac:spMkLst>
            <pc:docMk/>
            <pc:sldMk cId="2112038184" sldId="264"/>
            <ac:spMk id="6" creationId="{F106C5DF-DB57-DB08-3329-0F913FDEA77F}"/>
          </ac:spMkLst>
        </pc:spChg>
        <pc:spChg chg="add mod">
          <ac:chgData name="Yasin, Ayaaz (yasinaz)" userId="dd43670c-ce28-4a59-803d-288a87a3f4c1" providerId="ADAL" clId="{F4F6BD16-F6E2-4486-858A-595B9E2B6791}" dt="2024-04-11T14:45:38.649" v="1044" actId="1076"/>
          <ac:spMkLst>
            <pc:docMk/>
            <pc:sldMk cId="2112038184" sldId="264"/>
            <ac:spMk id="7" creationId="{03D09FB7-5262-58FA-2E26-88D6B7771A2B}"/>
          </ac:spMkLst>
        </pc:spChg>
        <pc:spChg chg="add mod">
          <ac:chgData name="Yasin, Ayaaz (yasinaz)" userId="dd43670c-ce28-4a59-803d-288a87a3f4c1" providerId="ADAL" clId="{F4F6BD16-F6E2-4486-858A-595B9E2B6791}" dt="2024-04-11T14:45:38.649" v="1044" actId="1076"/>
          <ac:spMkLst>
            <pc:docMk/>
            <pc:sldMk cId="2112038184" sldId="264"/>
            <ac:spMk id="8" creationId="{DFA671C2-92CC-6767-D57D-DCF7ACC5EC46}"/>
          </ac:spMkLst>
        </pc:spChg>
        <pc:spChg chg="add mod">
          <ac:chgData name="Yasin, Ayaaz (yasinaz)" userId="dd43670c-ce28-4a59-803d-288a87a3f4c1" providerId="ADAL" clId="{F4F6BD16-F6E2-4486-858A-595B9E2B6791}" dt="2024-04-11T14:45:38.649" v="1044" actId="1076"/>
          <ac:spMkLst>
            <pc:docMk/>
            <pc:sldMk cId="2112038184" sldId="264"/>
            <ac:spMk id="9" creationId="{919A402D-89DA-862F-F991-8EA773C8A7CD}"/>
          </ac:spMkLst>
        </pc:spChg>
        <pc:spChg chg="add mod">
          <ac:chgData name="Yasin, Ayaaz (yasinaz)" userId="dd43670c-ce28-4a59-803d-288a87a3f4c1" providerId="ADAL" clId="{F4F6BD16-F6E2-4486-858A-595B9E2B6791}" dt="2024-04-11T14:45:38.649" v="1044" actId="1076"/>
          <ac:spMkLst>
            <pc:docMk/>
            <pc:sldMk cId="2112038184" sldId="264"/>
            <ac:spMk id="10" creationId="{4934D5F8-FC0C-907F-2E6F-7CC4983A04C5}"/>
          </ac:spMkLst>
        </pc:spChg>
        <pc:spChg chg="add mod">
          <ac:chgData name="Yasin, Ayaaz (yasinaz)" userId="dd43670c-ce28-4a59-803d-288a87a3f4c1" providerId="ADAL" clId="{F4F6BD16-F6E2-4486-858A-595B9E2B6791}" dt="2024-04-11T14:45:38.649" v="1044" actId="1076"/>
          <ac:spMkLst>
            <pc:docMk/>
            <pc:sldMk cId="2112038184" sldId="264"/>
            <ac:spMk id="11" creationId="{8781BAF5-D187-13CE-4CCF-E3D65715114C}"/>
          </ac:spMkLst>
        </pc:spChg>
        <pc:spChg chg="add mod">
          <ac:chgData name="Yasin, Ayaaz (yasinaz)" userId="dd43670c-ce28-4a59-803d-288a87a3f4c1" providerId="ADAL" clId="{F4F6BD16-F6E2-4486-858A-595B9E2B6791}" dt="2024-04-11T14:45:38.649" v="1044" actId="1076"/>
          <ac:spMkLst>
            <pc:docMk/>
            <pc:sldMk cId="2112038184" sldId="264"/>
            <ac:spMk id="12" creationId="{FFCF6AD3-A93F-70FC-1CF1-EDBCF04BCF67}"/>
          </ac:spMkLst>
        </pc:spChg>
        <pc:spChg chg="add mod">
          <ac:chgData name="Yasin, Ayaaz (yasinaz)" userId="dd43670c-ce28-4a59-803d-288a87a3f4c1" providerId="ADAL" clId="{F4F6BD16-F6E2-4486-858A-595B9E2B6791}" dt="2024-04-11T14:46:32.150" v="1068" actId="1076"/>
          <ac:spMkLst>
            <pc:docMk/>
            <pc:sldMk cId="2112038184" sldId="264"/>
            <ac:spMk id="13" creationId="{E13BFE03-509A-7E19-4DB9-0CBC9B5BF380}"/>
          </ac:spMkLst>
        </pc:spChg>
        <pc:spChg chg="add del mod">
          <ac:chgData name="Yasin, Ayaaz (yasinaz)" userId="dd43670c-ce28-4a59-803d-288a87a3f4c1" providerId="ADAL" clId="{F4F6BD16-F6E2-4486-858A-595B9E2B6791}" dt="2024-04-11T14:46:10.508" v="1059" actId="478"/>
          <ac:spMkLst>
            <pc:docMk/>
            <pc:sldMk cId="2112038184" sldId="264"/>
            <ac:spMk id="14" creationId="{AFBFADED-6D23-407B-AED9-A08AB8E72D59}"/>
          </ac:spMkLst>
        </pc:spChg>
        <pc:picChg chg="add del mod">
          <ac:chgData name="Yasin, Ayaaz (yasinaz)" userId="dd43670c-ce28-4a59-803d-288a87a3f4c1" providerId="ADAL" clId="{F4F6BD16-F6E2-4486-858A-595B9E2B6791}" dt="2024-04-11T14:35:19.513" v="808" actId="478"/>
          <ac:picMkLst>
            <pc:docMk/>
            <pc:sldMk cId="2112038184" sldId="264"/>
            <ac:picMk id="2050" creationId="{5F05A1CD-9297-C421-51C5-D5A29724795B}"/>
          </ac:picMkLst>
        </pc:picChg>
      </pc:sldChg>
      <pc:sldChg chg="addSp delSp modSp new mod">
        <pc:chgData name="Yasin, Ayaaz (yasinaz)" userId="dd43670c-ce28-4a59-803d-288a87a3f4c1" providerId="ADAL" clId="{F4F6BD16-F6E2-4486-858A-595B9E2B6791}" dt="2024-04-11T14:57:12.137" v="1190" actId="14734"/>
        <pc:sldMkLst>
          <pc:docMk/>
          <pc:sldMk cId="315101198" sldId="265"/>
        </pc:sldMkLst>
        <pc:spChg chg="mod">
          <ac:chgData name="Yasin, Ayaaz (yasinaz)" userId="dd43670c-ce28-4a59-803d-288a87a3f4c1" providerId="ADAL" clId="{F4F6BD16-F6E2-4486-858A-595B9E2B6791}" dt="2024-04-11T14:53:01.043" v="1162" actId="20577"/>
          <ac:spMkLst>
            <pc:docMk/>
            <pc:sldMk cId="315101198" sldId="265"/>
            <ac:spMk id="2" creationId="{598A0B41-17E9-98A2-9967-41CE5D3ED947}"/>
          </ac:spMkLst>
        </pc:spChg>
        <pc:graphicFrameChg chg="add mod modGraphic">
          <ac:chgData name="Yasin, Ayaaz (yasinaz)" userId="dd43670c-ce28-4a59-803d-288a87a3f4c1" providerId="ADAL" clId="{F4F6BD16-F6E2-4486-858A-595B9E2B6791}" dt="2024-04-11T14:57:12.137" v="1190" actId="14734"/>
          <ac:graphicFrameMkLst>
            <pc:docMk/>
            <pc:sldMk cId="315101198" sldId="265"/>
            <ac:graphicFrameMk id="3" creationId="{7D015D62-322A-8CA2-AB94-2277D27014A0}"/>
          </ac:graphicFrameMkLst>
        </pc:graphicFrameChg>
        <pc:picChg chg="add del mod">
          <ac:chgData name="Yasin, Ayaaz (yasinaz)" userId="dd43670c-ce28-4a59-803d-288a87a3f4c1" providerId="ADAL" clId="{F4F6BD16-F6E2-4486-858A-595B9E2B6791}" dt="2024-04-11T14:56:08.758" v="1173" actId="478"/>
          <ac:picMkLst>
            <pc:docMk/>
            <pc:sldMk cId="315101198" sldId="265"/>
            <ac:picMk id="4" creationId="{468035CD-6170-6C86-5A54-D6452FAE2667}"/>
          </ac:picMkLst>
        </pc:picChg>
        <pc:picChg chg="add del mod">
          <ac:chgData name="Yasin, Ayaaz (yasinaz)" userId="dd43670c-ce28-4a59-803d-288a87a3f4c1" providerId="ADAL" clId="{F4F6BD16-F6E2-4486-858A-595B9E2B6791}" dt="2024-04-11T14:56:11.217" v="1174" actId="478"/>
          <ac:picMkLst>
            <pc:docMk/>
            <pc:sldMk cId="315101198" sldId="265"/>
            <ac:picMk id="5" creationId="{2D6EE11C-66A0-1608-6D33-A599A5F0B72A}"/>
          </ac:picMkLst>
        </pc:picChg>
        <pc:picChg chg="add del mod">
          <ac:chgData name="Yasin, Ayaaz (yasinaz)" userId="dd43670c-ce28-4a59-803d-288a87a3f4c1" providerId="ADAL" clId="{F4F6BD16-F6E2-4486-858A-595B9E2B6791}" dt="2024-04-11T14:56:08.758" v="1173" actId="478"/>
          <ac:picMkLst>
            <pc:docMk/>
            <pc:sldMk cId="315101198" sldId="265"/>
            <ac:picMk id="6" creationId="{8C989B30-5AE7-F70E-9549-B6DC2AAE07EF}"/>
          </ac:picMkLst>
        </pc:picChg>
      </pc:sldChg>
      <pc:sldChg chg="addSp modSp new mod modClrScheme modAnim chgLayout">
        <pc:chgData name="Yasin, Ayaaz (yasinaz)" userId="dd43670c-ce28-4a59-803d-288a87a3f4c1" providerId="ADAL" clId="{F4F6BD16-F6E2-4486-858A-595B9E2B6791}" dt="2024-04-11T15:26:47.715" v="1634" actId="20577"/>
        <pc:sldMkLst>
          <pc:docMk/>
          <pc:sldMk cId="3996507659" sldId="266"/>
        </pc:sldMkLst>
        <pc:spChg chg="mod ord">
          <ac:chgData name="Yasin, Ayaaz (yasinaz)" userId="dd43670c-ce28-4a59-803d-288a87a3f4c1" providerId="ADAL" clId="{F4F6BD16-F6E2-4486-858A-595B9E2B6791}" dt="2024-04-11T15:24:09.842" v="1473" actId="700"/>
          <ac:spMkLst>
            <pc:docMk/>
            <pc:sldMk cId="3996507659" sldId="266"/>
            <ac:spMk id="2" creationId="{4727D242-39F2-79CE-9A22-9760F3FE5559}"/>
          </ac:spMkLst>
        </pc:spChg>
        <pc:spChg chg="add mod ord">
          <ac:chgData name="Yasin, Ayaaz (yasinaz)" userId="dd43670c-ce28-4a59-803d-288a87a3f4c1" providerId="ADAL" clId="{F4F6BD16-F6E2-4486-858A-595B9E2B6791}" dt="2024-04-11T15:26:47.715" v="1634" actId="20577"/>
          <ac:spMkLst>
            <pc:docMk/>
            <pc:sldMk cId="3996507659" sldId="266"/>
            <ac:spMk id="3" creationId="{7A5FA0A1-2017-FA1F-7A16-35CA1C01376C}"/>
          </ac:spMkLst>
        </pc:spChg>
      </pc:sldChg>
      <pc:sldChg chg="addSp modSp new mod">
        <pc:chgData name="Yasin, Ayaaz (yasinaz)" userId="dd43670c-ce28-4a59-803d-288a87a3f4c1" providerId="ADAL" clId="{F4F6BD16-F6E2-4486-858A-595B9E2B6791}" dt="2024-04-11T15:35:42.645" v="1869" actId="1076"/>
        <pc:sldMkLst>
          <pc:docMk/>
          <pc:sldMk cId="1974561040" sldId="267"/>
        </pc:sldMkLst>
        <pc:spChg chg="mod">
          <ac:chgData name="Yasin, Ayaaz (yasinaz)" userId="dd43670c-ce28-4a59-803d-288a87a3f4c1" providerId="ADAL" clId="{F4F6BD16-F6E2-4486-858A-595B9E2B6791}" dt="2024-04-11T15:28:08.504" v="1713" actId="20577"/>
          <ac:spMkLst>
            <pc:docMk/>
            <pc:sldMk cId="1974561040" sldId="267"/>
            <ac:spMk id="2" creationId="{0F985A06-33E8-33D3-5444-AC8494125741}"/>
          </ac:spMkLst>
        </pc:spChg>
        <pc:spChg chg="add mod">
          <ac:chgData name="Yasin, Ayaaz (yasinaz)" userId="dd43670c-ce28-4a59-803d-288a87a3f4c1" providerId="ADAL" clId="{F4F6BD16-F6E2-4486-858A-595B9E2B6791}" dt="2024-04-11T15:35:42.645" v="1869" actId="1076"/>
          <ac:spMkLst>
            <pc:docMk/>
            <pc:sldMk cId="1974561040" sldId="267"/>
            <ac:spMk id="3" creationId="{7ECC88FF-F5DE-D913-30C4-D397DF458E78}"/>
          </ac:spMkLst>
        </pc:spChg>
        <pc:spChg chg="add mod">
          <ac:chgData name="Yasin, Ayaaz (yasinaz)" userId="dd43670c-ce28-4a59-803d-288a87a3f4c1" providerId="ADAL" clId="{F4F6BD16-F6E2-4486-858A-595B9E2B6791}" dt="2024-04-11T15:35:42.645" v="1869" actId="1076"/>
          <ac:spMkLst>
            <pc:docMk/>
            <pc:sldMk cId="1974561040" sldId="267"/>
            <ac:spMk id="17" creationId="{D9D180A5-3843-982D-CAEC-584ED8E95CEF}"/>
          </ac:spMkLst>
        </pc:spChg>
        <pc:spChg chg="add mod">
          <ac:chgData name="Yasin, Ayaaz (yasinaz)" userId="dd43670c-ce28-4a59-803d-288a87a3f4c1" providerId="ADAL" clId="{F4F6BD16-F6E2-4486-858A-595B9E2B6791}" dt="2024-04-11T15:35:42.645" v="1869" actId="1076"/>
          <ac:spMkLst>
            <pc:docMk/>
            <pc:sldMk cId="1974561040" sldId="267"/>
            <ac:spMk id="18" creationId="{8BF8DF4A-3124-7880-797B-D5BF5F46B53A}"/>
          </ac:spMkLst>
        </pc:spChg>
        <pc:spChg chg="add mod">
          <ac:chgData name="Yasin, Ayaaz (yasinaz)" userId="dd43670c-ce28-4a59-803d-288a87a3f4c1" providerId="ADAL" clId="{F4F6BD16-F6E2-4486-858A-595B9E2B6791}" dt="2024-04-11T15:35:42.645" v="1869" actId="1076"/>
          <ac:spMkLst>
            <pc:docMk/>
            <pc:sldMk cId="1974561040" sldId="267"/>
            <ac:spMk id="19" creationId="{4E366334-36E5-4C2D-0517-0A2A5A7720CE}"/>
          </ac:spMkLst>
        </pc:spChg>
        <pc:spChg chg="add mod">
          <ac:chgData name="Yasin, Ayaaz (yasinaz)" userId="dd43670c-ce28-4a59-803d-288a87a3f4c1" providerId="ADAL" clId="{F4F6BD16-F6E2-4486-858A-595B9E2B6791}" dt="2024-04-11T15:35:42.645" v="1869" actId="1076"/>
          <ac:spMkLst>
            <pc:docMk/>
            <pc:sldMk cId="1974561040" sldId="267"/>
            <ac:spMk id="20" creationId="{7C43AA6A-AAA7-A309-F5F4-15EE01158BFE}"/>
          </ac:spMkLst>
        </pc:spChg>
        <pc:spChg chg="add mod">
          <ac:chgData name="Yasin, Ayaaz (yasinaz)" userId="dd43670c-ce28-4a59-803d-288a87a3f4c1" providerId="ADAL" clId="{F4F6BD16-F6E2-4486-858A-595B9E2B6791}" dt="2024-04-11T15:35:42.645" v="1869" actId="1076"/>
          <ac:spMkLst>
            <pc:docMk/>
            <pc:sldMk cId="1974561040" sldId="267"/>
            <ac:spMk id="21" creationId="{659EA0F9-4887-7ADC-ABB6-0A92B5530BF7}"/>
          </ac:spMkLst>
        </pc:spChg>
        <pc:spChg chg="add mod">
          <ac:chgData name="Yasin, Ayaaz (yasinaz)" userId="dd43670c-ce28-4a59-803d-288a87a3f4c1" providerId="ADAL" clId="{F4F6BD16-F6E2-4486-858A-595B9E2B6791}" dt="2024-04-11T15:35:42.645" v="1869" actId="1076"/>
          <ac:spMkLst>
            <pc:docMk/>
            <pc:sldMk cId="1974561040" sldId="267"/>
            <ac:spMk id="22" creationId="{41A7DAEF-8595-97E8-E5DD-75B16C3D3937}"/>
          </ac:spMkLst>
        </pc:spChg>
        <pc:cxnChg chg="add mod">
          <ac:chgData name="Yasin, Ayaaz (yasinaz)" userId="dd43670c-ce28-4a59-803d-288a87a3f4c1" providerId="ADAL" clId="{F4F6BD16-F6E2-4486-858A-595B9E2B6791}" dt="2024-04-11T15:35:42.645" v="1869" actId="1076"/>
          <ac:cxnSpMkLst>
            <pc:docMk/>
            <pc:sldMk cId="1974561040" sldId="267"/>
            <ac:cxnSpMk id="5" creationId="{1C5D780B-AAFE-1813-1A95-6537B9413113}"/>
          </ac:cxnSpMkLst>
        </pc:cxnChg>
        <pc:cxnChg chg="add mod">
          <ac:chgData name="Yasin, Ayaaz (yasinaz)" userId="dd43670c-ce28-4a59-803d-288a87a3f4c1" providerId="ADAL" clId="{F4F6BD16-F6E2-4486-858A-595B9E2B6791}" dt="2024-04-11T15:35:42.645" v="1869" actId="1076"/>
          <ac:cxnSpMkLst>
            <pc:docMk/>
            <pc:sldMk cId="1974561040" sldId="267"/>
            <ac:cxnSpMk id="6" creationId="{EBD72D31-5828-8371-AC3D-CAFD221FE7E6}"/>
          </ac:cxnSpMkLst>
        </pc:cxnChg>
        <pc:cxnChg chg="add mod">
          <ac:chgData name="Yasin, Ayaaz (yasinaz)" userId="dd43670c-ce28-4a59-803d-288a87a3f4c1" providerId="ADAL" clId="{F4F6BD16-F6E2-4486-858A-595B9E2B6791}" dt="2024-04-11T15:35:42.645" v="1869" actId="1076"/>
          <ac:cxnSpMkLst>
            <pc:docMk/>
            <pc:sldMk cId="1974561040" sldId="267"/>
            <ac:cxnSpMk id="7" creationId="{2C6A5F0F-383E-5CCE-214C-A996FA6DD207}"/>
          </ac:cxnSpMkLst>
        </pc:cxnChg>
        <pc:cxnChg chg="add mod">
          <ac:chgData name="Yasin, Ayaaz (yasinaz)" userId="dd43670c-ce28-4a59-803d-288a87a3f4c1" providerId="ADAL" clId="{F4F6BD16-F6E2-4486-858A-595B9E2B6791}" dt="2024-04-11T15:35:42.645" v="1869" actId="1076"/>
          <ac:cxnSpMkLst>
            <pc:docMk/>
            <pc:sldMk cId="1974561040" sldId="267"/>
            <ac:cxnSpMk id="8" creationId="{3F722E48-94A4-0153-346D-0B3DD92AD453}"/>
          </ac:cxnSpMkLst>
        </pc:cxnChg>
        <pc:cxnChg chg="add mod">
          <ac:chgData name="Yasin, Ayaaz (yasinaz)" userId="dd43670c-ce28-4a59-803d-288a87a3f4c1" providerId="ADAL" clId="{F4F6BD16-F6E2-4486-858A-595B9E2B6791}" dt="2024-04-11T15:35:42.645" v="1869" actId="1076"/>
          <ac:cxnSpMkLst>
            <pc:docMk/>
            <pc:sldMk cId="1974561040" sldId="267"/>
            <ac:cxnSpMk id="9" creationId="{7E3F3F3E-7687-A4B4-47A7-270090494309}"/>
          </ac:cxnSpMkLst>
        </pc:cxnChg>
        <pc:cxnChg chg="add mod">
          <ac:chgData name="Yasin, Ayaaz (yasinaz)" userId="dd43670c-ce28-4a59-803d-288a87a3f4c1" providerId="ADAL" clId="{F4F6BD16-F6E2-4486-858A-595B9E2B6791}" dt="2024-04-11T15:35:42.645" v="1869" actId="1076"/>
          <ac:cxnSpMkLst>
            <pc:docMk/>
            <pc:sldMk cId="1974561040" sldId="267"/>
            <ac:cxnSpMk id="10" creationId="{A5856DB4-BBF7-BE41-EA80-A5EDF0CEB016}"/>
          </ac:cxnSpMkLst>
        </pc:cxnChg>
        <pc:cxnChg chg="add mod">
          <ac:chgData name="Yasin, Ayaaz (yasinaz)" userId="dd43670c-ce28-4a59-803d-288a87a3f4c1" providerId="ADAL" clId="{F4F6BD16-F6E2-4486-858A-595B9E2B6791}" dt="2024-04-11T15:35:42.645" v="1869" actId="1076"/>
          <ac:cxnSpMkLst>
            <pc:docMk/>
            <pc:sldMk cId="1974561040" sldId="267"/>
            <ac:cxnSpMk id="11" creationId="{572CBB96-5333-8F82-0F3F-D8088A16E0F9}"/>
          </ac:cxnSpMkLst>
        </pc:cxnChg>
        <pc:cxnChg chg="add mod">
          <ac:chgData name="Yasin, Ayaaz (yasinaz)" userId="dd43670c-ce28-4a59-803d-288a87a3f4c1" providerId="ADAL" clId="{F4F6BD16-F6E2-4486-858A-595B9E2B6791}" dt="2024-04-11T15:35:42.645" v="1869" actId="1076"/>
          <ac:cxnSpMkLst>
            <pc:docMk/>
            <pc:sldMk cId="1974561040" sldId="267"/>
            <ac:cxnSpMk id="12" creationId="{2F05A2DA-E3ED-F54F-86EB-CBFAF3421B64}"/>
          </ac:cxnSpMkLst>
        </pc:cxnChg>
        <pc:cxnChg chg="add mod">
          <ac:chgData name="Yasin, Ayaaz (yasinaz)" userId="dd43670c-ce28-4a59-803d-288a87a3f4c1" providerId="ADAL" clId="{F4F6BD16-F6E2-4486-858A-595B9E2B6791}" dt="2024-04-11T15:35:42.645" v="1869" actId="1076"/>
          <ac:cxnSpMkLst>
            <pc:docMk/>
            <pc:sldMk cId="1974561040" sldId="267"/>
            <ac:cxnSpMk id="13" creationId="{2C555887-F517-FCBF-0AA7-5CC4456B648E}"/>
          </ac:cxnSpMkLst>
        </pc:cxnChg>
        <pc:cxnChg chg="add mod">
          <ac:chgData name="Yasin, Ayaaz (yasinaz)" userId="dd43670c-ce28-4a59-803d-288a87a3f4c1" providerId="ADAL" clId="{F4F6BD16-F6E2-4486-858A-595B9E2B6791}" dt="2024-04-11T15:35:42.645" v="1869" actId="1076"/>
          <ac:cxnSpMkLst>
            <pc:docMk/>
            <pc:sldMk cId="1974561040" sldId="267"/>
            <ac:cxnSpMk id="14" creationId="{A9D27C49-05E5-A537-842D-A1BCA377D840}"/>
          </ac:cxnSpMkLst>
        </pc:cxnChg>
        <pc:cxnChg chg="add mod">
          <ac:chgData name="Yasin, Ayaaz (yasinaz)" userId="dd43670c-ce28-4a59-803d-288a87a3f4c1" providerId="ADAL" clId="{F4F6BD16-F6E2-4486-858A-595B9E2B6791}" dt="2024-04-11T15:35:42.645" v="1869" actId="1076"/>
          <ac:cxnSpMkLst>
            <pc:docMk/>
            <pc:sldMk cId="1974561040" sldId="267"/>
            <ac:cxnSpMk id="15" creationId="{F0F8E6CD-F493-5F0C-02E7-231E3852148E}"/>
          </ac:cxnSpMkLst>
        </pc:cxnChg>
        <pc:cxnChg chg="add mod">
          <ac:chgData name="Yasin, Ayaaz (yasinaz)" userId="dd43670c-ce28-4a59-803d-288a87a3f4c1" providerId="ADAL" clId="{F4F6BD16-F6E2-4486-858A-595B9E2B6791}" dt="2024-04-11T15:35:42.645" v="1869" actId="1076"/>
          <ac:cxnSpMkLst>
            <pc:docMk/>
            <pc:sldMk cId="1974561040" sldId="267"/>
            <ac:cxnSpMk id="16" creationId="{00F2F9C5-7671-E875-F2FA-DBDA119FB016}"/>
          </ac:cxnSpMkLst>
        </pc:cxnChg>
      </pc:sldChg>
      <pc:sldChg chg="addSp delSp modSp add mod ord modAnim">
        <pc:chgData name="Yasin, Ayaaz (yasinaz)" userId="dd43670c-ce28-4a59-803d-288a87a3f4c1" providerId="ADAL" clId="{F4F6BD16-F6E2-4486-858A-595B9E2B6791}" dt="2024-04-11T15:38:34.410" v="1945" actId="20577"/>
        <pc:sldMkLst>
          <pc:docMk/>
          <pc:sldMk cId="1999211824" sldId="268"/>
        </pc:sldMkLst>
        <pc:spChg chg="del mod">
          <ac:chgData name="Yasin, Ayaaz (yasinaz)" userId="dd43670c-ce28-4a59-803d-288a87a3f4c1" providerId="ADAL" clId="{F4F6BD16-F6E2-4486-858A-595B9E2B6791}" dt="2024-04-11T15:33:21.582" v="1798" actId="478"/>
          <ac:spMkLst>
            <pc:docMk/>
            <pc:sldMk cId="1999211824" sldId="268"/>
            <ac:spMk id="2" creationId="{206C1CED-1BCD-4D94-84C5-4CE77160F9D2}"/>
          </ac:spMkLst>
        </pc:spChg>
        <pc:spChg chg="mod">
          <ac:chgData name="Yasin, Ayaaz (yasinaz)" userId="dd43670c-ce28-4a59-803d-288a87a3f4c1" providerId="ADAL" clId="{F4F6BD16-F6E2-4486-858A-595B9E2B6791}" dt="2024-04-11T15:38:34.410" v="1945" actId="20577"/>
          <ac:spMkLst>
            <pc:docMk/>
            <pc:sldMk cId="1999211824" sldId="268"/>
            <ac:spMk id="3" creationId="{76500308-EF7B-4E82-8EE3-DF7D370C1E67}"/>
          </ac:spMkLst>
        </pc:spChg>
        <pc:spChg chg="add mod">
          <ac:chgData name="Yasin, Ayaaz (yasinaz)" userId="dd43670c-ce28-4a59-803d-288a87a3f4c1" providerId="ADAL" clId="{F4F6BD16-F6E2-4486-858A-595B9E2B6791}" dt="2024-04-11T15:33:26.458" v="1819" actId="20577"/>
          <ac:spMkLst>
            <pc:docMk/>
            <pc:sldMk cId="1999211824" sldId="268"/>
            <ac:spMk id="5" creationId="{3D255DB9-FFC2-0BAB-7C91-321B86319B74}"/>
          </ac:spMkLst>
        </pc:spChg>
      </pc:sldChg>
      <pc:sldChg chg="modSp new mod">
        <pc:chgData name="Yasin, Ayaaz (yasinaz)" userId="dd43670c-ce28-4a59-803d-288a87a3f4c1" providerId="ADAL" clId="{F4F6BD16-F6E2-4486-858A-595B9E2B6791}" dt="2024-04-11T15:39:33.063" v="2006" actId="1076"/>
        <pc:sldMkLst>
          <pc:docMk/>
          <pc:sldMk cId="1961983334" sldId="269"/>
        </pc:sldMkLst>
        <pc:spChg chg="mod">
          <ac:chgData name="Yasin, Ayaaz (yasinaz)" userId="dd43670c-ce28-4a59-803d-288a87a3f4c1" providerId="ADAL" clId="{F4F6BD16-F6E2-4486-858A-595B9E2B6791}" dt="2024-04-11T15:39:33.063" v="2006" actId="1076"/>
          <ac:spMkLst>
            <pc:docMk/>
            <pc:sldMk cId="1961983334" sldId="269"/>
            <ac:spMk id="2" creationId="{14E97C50-F4CE-7E20-0BF5-13729353568C}"/>
          </ac:spMkLst>
        </pc:spChg>
        <pc:spChg chg="mod">
          <ac:chgData name="Yasin, Ayaaz (yasinaz)" userId="dd43670c-ce28-4a59-803d-288a87a3f4c1" providerId="ADAL" clId="{F4F6BD16-F6E2-4486-858A-595B9E2B6791}" dt="2024-04-11T15:39:33.063" v="2006" actId="1076"/>
          <ac:spMkLst>
            <pc:docMk/>
            <pc:sldMk cId="1961983334" sldId="269"/>
            <ac:spMk id="3" creationId="{C34252B5-763A-F2A7-249C-AC224D68E260}"/>
          </ac:spMkLst>
        </pc:spChg>
      </pc:sldChg>
    </pc:docChg>
  </pc:docChgLst>
  <pc:docChgLst>
    <pc:chgData name="Yasin, Ayaaz (yasinaz)" userId="dd43670c-ce28-4a59-803d-288a87a3f4c1" providerId="ADAL" clId="{3CEDA41D-6067-48FF-8B02-4FF8AE607F59}"/>
    <pc:docChg chg="undo redo custSel addSld delSld modSld modMainMaster">
      <pc:chgData name="Yasin, Ayaaz (yasinaz)" userId="dd43670c-ce28-4a59-803d-288a87a3f4c1" providerId="ADAL" clId="{3CEDA41D-6067-48FF-8B02-4FF8AE607F59}" dt="2024-02-09T01:08:48.401" v="610" actId="113"/>
      <pc:docMkLst>
        <pc:docMk/>
      </pc:docMkLst>
      <pc:sldChg chg="modSp mod">
        <pc:chgData name="Yasin, Ayaaz (yasinaz)" userId="dd43670c-ce28-4a59-803d-288a87a3f4c1" providerId="ADAL" clId="{3CEDA41D-6067-48FF-8B02-4FF8AE607F59}" dt="2024-02-08T22:17:32.052" v="61" actId="14100"/>
        <pc:sldMkLst>
          <pc:docMk/>
          <pc:sldMk cId="2624389846" sldId="256"/>
        </pc:sldMkLst>
        <pc:spChg chg="mod">
          <ac:chgData name="Yasin, Ayaaz (yasinaz)" userId="dd43670c-ce28-4a59-803d-288a87a3f4c1" providerId="ADAL" clId="{3CEDA41D-6067-48FF-8B02-4FF8AE607F59}" dt="2024-02-08T22:17:32.052" v="61" actId="14100"/>
          <ac:spMkLst>
            <pc:docMk/>
            <pc:sldMk cId="2624389846" sldId="256"/>
            <ac:spMk id="3" creationId="{F50C7B69-71EE-4FAF-8E68-95CB4C920EDF}"/>
          </ac:spMkLst>
        </pc:spChg>
      </pc:sldChg>
      <pc:sldChg chg="modSp new mod">
        <pc:chgData name="Yasin, Ayaaz (yasinaz)" userId="dd43670c-ce28-4a59-803d-288a87a3f4c1" providerId="ADAL" clId="{3CEDA41D-6067-48FF-8B02-4FF8AE607F59}" dt="2024-02-08T23:11:04.861" v="370" actId="20577"/>
        <pc:sldMkLst>
          <pc:docMk/>
          <pc:sldMk cId="1226283074" sldId="257"/>
        </pc:sldMkLst>
        <pc:spChg chg="mod">
          <ac:chgData name="Yasin, Ayaaz (yasinaz)" userId="dd43670c-ce28-4a59-803d-288a87a3f4c1" providerId="ADAL" clId="{3CEDA41D-6067-48FF-8B02-4FF8AE607F59}" dt="2024-02-08T22:17:40.506" v="74" actId="20577"/>
          <ac:spMkLst>
            <pc:docMk/>
            <pc:sldMk cId="1226283074" sldId="257"/>
            <ac:spMk id="2" creationId="{64F93181-F1DA-4CA8-8122-F26718EBC784}"/>
          </ac:spMkLst>
        </pc:spChg>
        <pc:spChg chg="mod">
          <ac:chgData name="Yasin, Ayaaz (yasinaz)" userId="dd43670c-ce28-4a59-803d-288a87a3f4c1" providerId="ADAL" clId="{3CEDA41D-6067-48FF-8B02-4FF8AE607F59}" dt="2024-02-08T23:11:04.861" v="370" actId="20577"/>
          <ac:spMkLst>
            <pc:docMk/>
            <pc:sldMk cId="1226283074" sldId="257"/>
            <ac:spMk id="3" creationId="{19E1273F-6942-449F-AB78-1B626B3F3145}"/>
          </ac:spMkLst>
        </pc:spChg>
      </pc:sldChg>
      <pc:sldChg chg="addSp delSp modSp new mod">
        <pc:chgData name="Yasin, Ayaaz (yasinaz)" userId="dd43670c-ce28-4a59-803d-288a87a3f4c1" providerId="ADAL" clId="{3CEDA41D-6067-48FF-8B02-4FF8AE607F59}" dt="2024-02-08T23:23:42.757" v="501" actId="1076"/>
        <pc:sldMkLst>
          <pc:docMk/>
          <pc:sldMk cId="3939571463" sldId="258"/>
        </pc:sldMkLst>
        <pc:spChg chg="mod">
          <ac:chgData name="Yasin, Ayaaz (yasinaz)" userId="dd43670c-ce28-4a59-803d-288a87a3f4c1" providerId="ADAL" clId="{3CEDA41D-6067-48FF-8B02-4FF8AE607F59}" dt="2024-02-08T23:11:24.436" v="398" actId="20577"/>
          <ac:spMkLst>
            <pc:docMk/>
            <pc:sldMk cId="3939571463" sldId="258"/>
            <ac:spMk id="2" creationId="{A68F7C83-DE4A-4859-80D2-BED4F127BB56}"/>
          </ac:spMkLst>
        </pc:spChg>
        <pc:spChg chg="del mod">
          <ac:chgData name="Yasin, Ayaaz (yasinaz)" userId="dd43670c-ce28-4a59-803d-288a87a3f4c1" providerId="ADAL" clId="{3CEDA41D-6067-48FF-8B02-4FF8AE607F59}" dt="2024-02-08T23:17:18.504" v="405" actId="478"/>
          <ac:spMkLst>
            <pc:docMk/>
            <pc:sldMk cId="3939571463" sldId="258"/>
            <ac:spMk id="3" creationId="{7D80F8EE-2E16-42CD-9BDA-7857EBFE7E29}"/>
          </ac:spMkLst>
        </pc:spChg>
        <pc:spChg chg="add mod">
          <ac:chgData name="Yasin, Ayaaz (yasinaz)" userId="dd43670c-ce28-4a59-803d-288a87a3f4c1" providerId="ADAL" clId="{3CEDA41D-6067-48FF-8B02-4FF8AE607F59}" dt="2024-02-08T23:23:42.757" v="501" actId="1076"/>
          <ac:spMkLst>
            <pc:docMk/>
            <pc:sldMk cId="3939571463" sldId="258"/>
            <ac:spMk id="4" creationId="{2CD30FF2-E721-45D7-A76C-C1014E6655C0}"/>
          </ac:spMkLst>
        </pc:spChg>
        <pc:spChg chg="add mod">
          <ac:chgData name="Yasin, Ayaaz (yasinaz)" userId="dd43670c-ce28-4a59-803d-288a87a3f4c1" providerId="ADAL" clId="{3CEDA41D-6067-48FF-8B02-4FF8AE607F59}" dt="2024-02-08T23:23:42.757" v="501" actId="1076"/>
          <ac:spMkLst>
            <pc:docMk/>
            <pc:sldMk cId="3939571463" sldId="258"/>
            <ac:spMk id="7" creationId="{917C330F-6E79-4F0A-B1D5-D7389C1191B8}"/>
          </ac:spMkLst>
        </pc:spChg>
        <pc:spChg chg="add mod">
          <ac:chgData name="Yasin, Ayaaz (yasinaz)" userId="dd43670c-ce28-4a59-803d-288a87a3f4c1" providerId="ADAL" clId="{3CEDA41D-6067-48FF-8B02-4FF8AE607F59}" dt="2024-02-08T23:23:42.757" v="501" actId="1076"/>
          <ac:spMkLst>
            <pc:docMk/>
            <pc:sldMk cId="3939571463" sldId="258"/>
            <ac:spMk id="11" creationId="{2CFF2BDB-0B19-4B4F-B139-A0FD3D55D8B2}"/>
          </ac:spMkLst>
        </pc:spChg>
        <pc:picChg chg="add del mod">
          <ac:chgData name="Yasin, Ayaaz (yasinaz)" userId="dd43670c-ce28-4a59-803d-288a87a3f4c1" providerId="ADAL" clId="{3CEDA41D-6067-48FF-8B02-4FF8AE607F59}" dt="2024-02-08T23:19:01.440" v="414" actId="478"/>
          <ac:picMkLst>
            <pc:docMk/>
            <pc:sldMk cId="3939571463" sldId="258"/>
            <ac:picMk id="1026" creationId="{4C193DCF-5956-48CB-9828-54011B36E4AB}"/>
          </ac:picMkLst>
        </pc:picChg>
        <pc:picChg chg="add del">
          <ac:chgData name="Yasin, Ayaaz (yasinaz)" userId="dd43670c-ce28-4a59-803d-288a87a3f4c1" providerId="ADAL" clId="{3CEDA41D-6067-48FF-8B02-4FF8AE607F59}" dt="2024-02-08T23:21:07.122" v="444"/>
          <ac:picMkLst>
            <pc:docMk/>
            <pc:sldMk cId="3939571463" sldId="258"/>
            <ac:picMk id="1028" creationId="{BD2DE01D-A7B1-4B0C-B8B1-F5A266AB218E}"/>
          </ac:picMkLst>
        </pc:picChg>
        <pc:cxnChg chg="add mod">
          <ac:chgData name="Yasin, Ayaaz (yasinaz)" userId="dd43670c-ce28-4a59-803d-288a87a3f4c1" providerId="ADAL" clId="{3CEDA41D-6067-48FF-8B02-4FF8AE607F59}" dt="2024-02-08T23:23:42.757" v="501" actId="1076"/>
          <ac:cxnSpMkLst>
            <pc:docMk/>
            <pc:sldMk cId="3939571463" sldId="258"/>
            <ac:cxnSpMk id="6" creationId="{BFBEFE31-BAC2-47D3-A571-D958247BC556}"/>
          </ac:cxnSpMkLst>
        </pc:cxnChg>
        <pc:cxnChg chg="add mod">
          <ac:chgData name="Yasin, Ayaaz (yasinaz)" userId="dd43670c-ce28-4a59-803d-288a87a3f4c1" providerId="ADAL" clId="{3CEDA41D-6067-48FF-8B02-4FF8AE607F59}" dt="2024-02-08T23:23:42.757" v="501" actId="1076"/>
          <ac:cxnSpMkLst>
            <pc:docMk/>
            <pc:sldMk cId="3939571463" sldId="258"/>
            <ac:cxnSpMk id="9" creationId="{A51B862A-C9AA-42E2-A6EF-5DE8CAFAD918}"/>
          </ac:cxnSpMkLst>
        </pc:cxnChg>
      </pc:sldChg>
      <pc:sldChg chg="modSp new mod">
        <pc:chgData name="Yasin, Ayaaz (yasinaz)" userId="dd43670c-ce28-4a59-803d-288a87a3f4c1" providerId="ADAL" clId="{3CEDA41D-6067-48FF-8B02-4FF8AE607F59}" dt="2024-02-09T01:08:48.401" v="610" actId="113"/>
        <pc:sldMkLst>
          <pc:docMk/>
          <pc:sldMk cId="189998233" sldId="259"/>
        </pc:sldMkLst>
        <pc:spChg chg="mod">
          <ac:chgData name="Yasin, Ayaaz (yasinaz)" userId="dd43670c-ce28-4a59-803d-288a87a3f4c1" providerId="ADAL" clId="{3CEDA41D-6067-48FF-8B02-4FF8AE607F59}" dt="2024-02-09T01:05:28.900" v="593" actId="20577"/>
          <ac:spMkLst>
            <pc:docMk/>
            <pc:sldMk cId="189998233" sldId="259"/>
            <ac:spMk id="2" creationId="{206C1CED-1BCD-4D94-84C5-4CE77160F9D2}"/>
          </ac:spMkLst>
        </pc:spChg>
        <pc:spChg chg="mod">
          <ac:chgData name="Yasin, Ayaaz (yasinaz)" userId="dd43670c-ce28-4a59-803d-288a87a3f4c1" providerId="ADAL" clId="{3CEDA41D-6067-48FF-8B02-4FF8AE607F59}" dt="2024-02-09T01:08:48.401" v="610" actId="113"/>
          <ac:spMkLst>
            <pc:docMk/>
            <pc:sldMk cId="189998233" sldId="259"/>
            <ac:spMk id="3" creationId="{76500308-EF7B-4E82-8EE3-DF7D370C1E67}"/>
          </ac:spMkLst>
        </pc:spChg>
      </pc:sldChg>
      <pc:sldChg chg="modSp new del mod">
        <pc:chgData name="Yasin, Ayaaz (yasinaz)" userId="dd43670c-ce28-4a59-803d-288a87a3f4c1" providerId="ADAL" clId="{3CEDA41D-6067-48FF-8B02-4FF8AE607F59}" dt="2024-02-09T00:27:19.560" v="549" actId="47"/>
        <pc:sldMkLst>
          <pc:docMk/>
          <pc:sldMk cId="274825436" sldId="259"/>
        </pc:sldMkLst>
        <pc:spChg chg="mod">
          <ac:chgData name="Yasin, Ayaaz (yasinaz)" userId="dd43670c-ce28-4a59-803d-288a87a3f4c1" providerId="ADAL" clId="{3CEDA41D-6067-48FF-8B02-4FF8AE607F59}" dt="2024-02-09T00:17:46.079" v="520" actId="20577"/>
          <ac:spMkLst>
            <pc:docMk/>
            <pc:sldMk cId="274825436" sldId="259"/>
            <ac:spMk id="2" creationId="{90F34A74-C456-4674-A010-D20F5EDF99B4}"/>
          </ac:spMkLst>
        </pc:spChg>
        <pc:spChg chg="mod">
          <ac:chgData name="Yasin, Ayaaz (yasinaz)" userId="dd43670c-ce28-4a59-803d-288a87a3f4c1" providerId="ADAL" clId="{3CEDA41D-6067-48FF-8B02-4FF8AE607F59}" dt="2024-02-09T00:27:13.830" v="548"/>
          <ac:spMkLst>
            <pc:docMk/>
            <pc:sldMk cId="274825436" sldId="259"/>
            <ac:spMk id="3" creationId="{71B72A5D-FCDA-4BE1-856E-3B54979ABA85}"/>
          </ac:spMkLst>
        </pc:spChg>
      </pc:sldChg>
      <pc:sldMasterChg chg="modSldLayout">
        <pc:chgData name="Yasin, Ayaaz (yasinaz)" userId="dd43670c-ce28-4a59-803d-288a87a3f4c1" providerId="ADAL" clId="{3CEDA41D-6067-48FF-8B02-4FF8AE607F59}" dt="2024-02-08T22:19:14.473" v="81" actId="404"/>
        <pc:sldMasterMkLst>
          <pc:docMk/>
          <pc:sldMasterMk cId="1790204124" sldId="2147483660"/>
        </pc:sldMasterMkLst>
        <pc:sldLayoutChg chg="modSp">
          <pc:chgData name="Yasin, Ayaaz (yasinaz)" userId="dd43670c-ce28-4a59-803d-288a87a3f4c1" providerId="ADAL" clId="{3CEDA41D-6067-48FF-8B02-4FF8AE607F59}" dt="2024-02-08T22:19:09.536" v="80" actId="404"/>
          <pc:sldLayoutMkLst>
            <pc:docMk/>
            <pc:sldMasterMk cId="1790204124" sldId="2147483660"/>
            <pc:sldLayoutMk cId="1717555897" sldId="2147483662"/>
          </pc:sldLayoutMkLst>
          <pc:spChg chg="mod">
            <ac:chgData name="Yasin, Ayaaz (yasinaz)" userId="dd43670c-ce28-4a59-803d-288a87a3f4c1" providerId="ADAL" clId="{3CEDA41D-6067-48FF-8B02-4FF8AE607F59}" dt="2024-02-08T22:19:09.536" v="80" actId="404"/>
            <ac:spMkLst>
              <pc:docMk/>
              <pc:sldMasterMk cId="1790204124" sldId="2147483660"/>
              <pc:sldLayoutMk cId="1717555897" sldId="2147483662"/>
              <ac:spMk id="3" creationId="{00000000-0000-0000-0000-000000000000}"/>
            </ac:spMkLst>
          </pc:spChg>
        </pc:sldLayoutChg>
        <pc:sldLayoutChg chg="modSp">
          <pc:chgData name="Yasin, Ayaaz (yasinaz)" userId="dd43670c-ce28-4a59-803d-288a87a3f4c1" providerId="ADAL" clId="{3CEDA41D-6067-48FF-8B02-4FF8AE607F59}" dt="2024-02-08T22:19:14.473" v="81" actId="404"/>
          <pc:sldLayoutMkLst>
            <pc:docMk/>
            <pc:sldMasterMk cId="1790204124" sldId="2147483660"/>
            <pc:sldLayoutMk cId="639159922" sldId="2147483664"/>
          </pc:sldLayoutMkLst>
          <pc:spChg chg="mod">
            <ac:chgData name="Yasin, Ayaaz (yasinaz)" userId="dd43670c-ce28-4a59-803d-288a87a3f4c1" providerId="ADAL" clId="{3CEDA41D-6067-48FF-8B02-4FF8AE607F59}" dt="2024-02-08T22:19:14.473" v="81" actId="404"/>
            <ac:spMkLst>
              <pc:docMk/>
              <pc:sldMasterMk cId="1790204124" sldId="2147483660"/>
              <pc:sldLayoutMk cId="639159922" sldId="2147483664"/>
              <ac:spMk id="3" creationId="{00000000-0000-0000-0000-000000000000}"/>
            </ac:spMkLst>
          </pc:spChg>
          <pc:spChg chg="mod">
            <ac:chgData name="Yasin, Ayaaz (yasinaz)" userId="dd43670c-ce28-4a59-803d-288a87a3f4c1" providerId="ADAL" clId="{3CEDA41D-6067-48FF-8B02-4FF8AE607F59}" dt="2024-02-08T22:19:14.473" v="81" actId="404"/>
            <ac:spMkLst>
              <pc:docMk/>
              <pc:sldMasterMk cId="1790204124" sldId="2147483660"/>
              <pc:sldLayoutMk cId="639159922" sldId="2147483664"/>
              <ac:spMk id="4" creationId="{00000000-0000-0000-0000-000000000000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AB693C-BAC4-4CDB-9914-CC6546498BD7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73C5CC-A39E-4B10-B317-E18FD048C5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2837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57D6D-EE1B-4147-B477-DBA46CD9691E}" type="datetime1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9E0DF-81F1-4789-B552-FAF4C5493E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4788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6AE8B-D9C8-43CF-A901-549EE24827E6}" type="datetime1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9E0DF-81F1-4789-B552-FAF4C5493E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6705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E44CA-F0BF-4E89-922C-D4A4BE1D0711}" type="datetime1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9E0DF-81F1-4789-B552-FAF4C5493E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7193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45253-37BB-42F8-88E8-72D78094B085}" type="datetime1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9E0DF-81F1-4789-B552-FAF4C5493E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72901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18F40-8268-4AF8-AFA4-27972C81CA90}" type="datetime1">
              <a:rPr lang="en-US" smtClean="0"/>
              <a:t>4/13/2026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9E0DF-81F1-4789-B552-FAF4C5493E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765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82A5A-EF7B-4E37-8706-1444FC6A9039}" type="datetime1">
              <a:rPr lang="en-US" smtClean="0"/>
              <a:t>4/13/2026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9E0DF-81F1-4789-B552-FAF4C5493E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8738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CC3F8-F19E-433E-9121-3C9A52E1981B}" type="datetime1">
              <a:rPr lang="en-US" smtClean="0"/>
              <a:t>4/13/2026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9E0DF-81F1-4789-B552-FAF4C5493E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51979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12661-B557-4B12-8C44-C83DAE9DD44C}" type="datetime1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9E0DF-81F1-4789-B552-FAF4C5493E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7976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D8394-9744-4BA8-BA85-C9C9C3933CD1}" type="datetime1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9E0DF-81F1-4789-B552-FAF4C5493E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364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05715-7B4C-4055-9E1A-C307964E0395}" type="datetime1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9E0DF-81F1-4789-B552-FAF4C5493E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66754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BF9AF-6683-48EF-BA48-1ADB848C0F83}" type="datetime1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9E0DF-81F1-4789-B552-FAF4C5493E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28999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9007" y="136526"/>
            <a:ext cx="11793986" cy="5445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9007" y="790113"/>
            <a:ext cx="11793986" cy="53868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99007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8BB9BC-8FCE-4992-9287-3CB9E92D3682}" type="datetime1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24979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99E0DF-81F1-4789-B552-FAF4C5493E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23284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016760-815F-43D1-9039-464E084F71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8235" y="821693"/>
            <a:ext cx="11295530" cy="2387600"/>
          </a:xfrm>
        </p:spPr>
        <p:txBody>
          <a:bodyPr>
            <a:normAutofit/>
          </a:bodyPr>
          <a:lstStyle/>
          <a:p>
            <a:r>
              <a:rPr lang="en-US" sz="4800" dirty="0"/>
              <a:t>User-Defined Functions </a:t>
            </a:r>
            <a:br>
              <a:rPr lang="en-US" sz="4800" dirty="0"/>
            </a:br>
            <a:r>
              <a:rPr lang="en-US" sz="4800" dirty="0"/>
              <a:t>in Ansys Fluent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0C7B69-71EE-4FAF-8E68-95CB4C920E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67000" y="3301367"/>
            <a:ext cx="6858000" cy="2133600"/>
          </a:xfrm>
        </p:spPr>
        <p:txBody>
          <a:bodyPr>
            <a:normAutofit/>
          </a:bodyPr>
          <a:lstStyle/>
          <a:p>
            <a:r>
              <a:rPr lang="en-US" sz="2000" dirty="0"/>
              <a:t>Ayaaz Yasin</a:t>
            </a:r>
          </a:p>
          <a:p>
            <a:endParaRPr lang="en-US" sz="2000" dirty="0"/>
          </a:p>
          <a:p>
            <a:endParaRPr lang="en-US" sz="2000" dirty="0"/>
          </a:p>
          <a:p>
            <a:r>
              <a:rPr lang="en-US" sz="1600" b="1" dirty="0"/>
              <a:t>EGFD 5137C/6037C Computational Fluid Dynamics</a:t>
            </a:r>
            <a:br>
              <a:rPr lang="en-US" sz="1600" b="1" dirty="0"/>
            </a:br>
            <a:r>
              <a:rPr lang="en-US" sz="1600" b="1" dirty="0"/>
              <a:t>April 13, 2026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9E3EA4-4FFE-A6CE-41DE-582D4F68A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9E0DF-81F1-4789-B552-FAF4C5493E6A}" type="slidenum">
              <a:rPr lang="en-US" smtClean="0"/>
              <a:t>1</a:t>
            </a:fld>
            <a:endParaRPr lang="en-US"/>
          </a:p>
        </p:txBody>
      </p:sp>
      <p:pic>
        <p:nvPicPr>
          <p:cNvPr id="5" name="Picture 4" descr="Logo&#10;&#10;Description automatically generated">
            <a:extLst>
              <a:ext uri="{FF2B5EF4-FFF2-40B4-BE49-F238E27FC236}">
                <a16:creationId xmlns:a16="http://schemas.microsoft.com/office/drawing/2014/main" id="{1EB53F20-8796-E5FC-4124-9DCBDFAB7A8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5231" y="5435601"/>
            <a:ext cx="2735491" cy="1285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43898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F93181-F1DA-4CA8-8122-F26718EBC7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E1273F-6942-449F-AB78-1B626B3F31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4776" y="790112"/>
            <a:ext cx="11062448" cy="2741982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dirty="0"/>
              <a:t>CFD simulations often require customization of the solution method, governing equations, data management, etc. </a:t>
            </a:r>
            <a:r>
              <a:rPr lang="en-US" sz="2400" i="1" dirty="0"/>
              <a:t>User-Defined Functions (UDFs)</a:t>
            </a:r>
            <a:r>
              <a:rPr lang="en-US" sz="2400" dirty="0"/>
              <a:t> allow custom code to be implemented in Ansys Fluent.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2400" dirty="0"/>
              <a:t>Common Uses: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995598-BE70-276E-89A1-8B1D886B33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9E0DF-81F1-4789-B552-FAF4C5493E6A}" type="slidenum">
              <a:rPr lang="en-US" smtClean="0"/>
              <a:t>2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779608-5E28-CE23-1F75-0E9FCCEA7153}"/>
              </a:ext>
            </a:extLst>
          </p:cNvPr>
          <p:cNvSpPr txBox="1"/>
          <p:nvPr/>
        </p:nvSpPr>
        <p:spPr>
          <a:xfrm>
            <a:off x="385482" y="3641168"/>
            <a:ext cx="5710518" cy="25423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lvl="1" indent="-457200">
              <a:lnSpc>
                <a:spcPct val="150000"/>
              </a:lnSpc>
              <a:buAutoNum type="arabicPeriod"/>
            </a:pPr>
            <a:r>
              <a:rPr lang="en-US" sz="1800" dirty="0"/>
              <a:t>Custom Boundary Conditions</a:t>
            </a:r>
          </a:p>
          <a:p>
            <a:pPr marL="914400" lvl="1" indent="-457200">
              <a:lnSpc>
                <a:spcPct val="150000"/>
              </a:lnSpc>
              <a:buAutoNum type="arabicPeriod"/>
            </a:pPr>
            <a:r>
              <a:rPr lang="en-US" sz="1800" dirty="0"/>
              <a:t>Custom Material Properties</a:t>
            </a:r>
          </a:p>
          <a:p>
            <a:pPr marL="914400" lvl="1" indent="-457200">
              <a:lnSpc>
                <a:spcPct val="150000"/>
              </a:lnSpc>
              <a:buAutoNum type="arabicPeriod"/>
            </a:pPr>
            <a:r>
              <a:rPr lang="en-US" sz="1800" dirty="0"/>
              <a:t>Custom Source Terms</a:t>
            </a:r>
          </a:p>
          <a:p>
            <a:pPr marL="914400" lvl="1" indent="-457200">
              <a:lnSpc>
                <a:spcPct val="150000"/>
              </a:lnSpc>
              <a:buAutoNum type="arabicPeriod"/>
            </a:pPr>
            <a:r>
              <a:rPr lang="en-US" sz="1800" dirty="0"/>
              <a:t>Custom Reaction Rates and Chemistry</a:t>
            </a:r>
          </a:p>
          <a:p>
            <a:pPr marL="914400" lvl="1" indent="-457200">
              <a:lnSpc>
                <a:spcPct val="150000"/>
              </a:lnSpc>
              <a:buAutoNum type="arabicPeriod"/>
            </a:pPr>
            <a:r>
              <a:rPr lang="en-US" dirty="0"/>
              <a:t>Custom Turbulence Modeling</a:t>
            </a:r>
          </a:p>
          <a:p>
            <a:pPr marL="914400" lvl="1" indent="-457200">
              <a:lnSpc>
                <a:spcPct val="150000"/>
              </a:lnSpc>
              <a:buAutoNum type="arabicPeriod"/>
            </a:pPr>
            <a:r>
              <a:rPr lang="en-US" sz="1800" dirty="0"/>
              <a:t>Dynamic Mesh and Moving Boundaries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5AFDF8A-09CE-FA9A-3FF3-22E381F1E3F4}"/>
              </a:ext>
            </a:extLst>
          </p:cNvPr>
          <p:cNvSpPr txBox="1"/>
          <p:nvPr/>
        </p:nvSpPr>
        <p:spPr>
          <a:xfrm>
            <a:off x="6096000" y="3641168"/>
            <a:ext cx="5710518" cy="25423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lvl="1" indent="-457200">
              <a:lnSpc>
                <a:spcPct val="150000"/>
              </a:lnSpc>
              <a:buFont typeface="+mj-lt"/>
              <a:buAutoNum type="arabicPeriod" startAt="7"/>
            </a:pPr>
            <a:r>
              <a:rPr lang="en-US" dirty="0"/>
              <a:t>Custom Initialization</a:t>
            </a:r>
          </a:p>
          <a:p>
            <a:pPr marL="914400" lvl="1" indent="-457200">
              <a:lnSpc>
                <a:spcPct val="150000"/>
              </a:lnSpc>
              <a:buAutoNum type="arabicPeriod" startAt="7"/>
            </a:pPr>
            <a:r>
              <a:rPr lang="en-US" dirty="0"/>
              <a:t>Post-Processing and Solution Monitors</a:t>
            </a:r>
            <a:endParaRPr lang="en-US" sz="1800" dirty="0"/>
          </a:p>
          <a:p>
            <a:pPr marL="914400" lvl="1" indent="-457200">
              <a:lnSpc>
                <a:spcPct val="150000"/>
              </a:lnSpc>
              <a:buFont typeface="+mj-lt"/>
              <a:buAutoNum type="arabicPeriod" startAt="9"/>
            </a:pPr>
            <a:r>
              <a:rPr lang="en-US" sz="1800" dirty="0"/>
              <a:t>Particle Models and Drag Laws</a:t>
            </a:r>
          </a:p>
          <a:p>
            <a:pPr marL="914400" lvl="1" indent="-457200">
              <a:lnSpc>
                <a:spcPct val="150000"/>
              </a:lnSpc>
              <a:buAutoNum type="arabicPeriod" startAt="9"/>
            </a:pPr>
            <a:r>
              <a:rPr lang="en-US" sz="1800" dirty="0"/>
              <a:t>Radiation and Heat Transfer</a:t>
            </a:r>
          </a:p>
          <a:p>
            <a:pPr marL="914400" lvl="1" indent="-457200">
              <a:lnSpc>
                <a:spcPct val="150000"/>
              </a:lnSpc>
              <a:buAutoNum type="arabicPeriod" startAt="9"/>
            </a:pPr>
            <a:r>
              <a:rPr lang="en-US" dirty="0"/>
              <a:t>Electrochemical and Multiphysics Applications</a:t>
            </a:r>
          </a:p>
          <a:p>
            <a:pPr marL="914400" lvl="1" indent="-457200">
              <a:lnSpc>
                <a:spcPct val="150000"/>
              </a:lnSpc>
              <a:buAutoNum type="arabicPeriod" startAt="9"/>
            </a:pPr>
            <a:r>
              <a:rPr lang="en-US" sz="1800" dirty="0"/>
              <a:t>Customizing Solver Behavior</a:t>
            </a:r>
          </a:p>
        </p:txBody>
      </p:sp>
    </p:spTree>
    <p:extLst>
      <p:ext uri="{BB962C8B-B14F-4D97-AF65-F5344CB8AC3E}">
        <p14:creationId xmlns:p14="http://schemas.microsoft.com/office/powerpoint/2010/main" val="12262830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CB01C1F-03AE-A3E2-42A3-DB8E62F978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UDFs (1)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35F6F54-4A26-DC28-73A8-C75C16269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9E0DF-81F1-4789-B552-FAF4C5493E6A}" type="slidenum">
              <a:rPr lang="en-US" smtClean="0"/>
              <a:t>3</a:t>
            </a:fld>
            <a:endParaRPr lang="en-US"/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0FA718E1-B3B1-D328-8683-59AD8CDEF7F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55769786"/>
              </p:ext>
            </p:extLst>
          </p:nvPr>
        </p:nvGraphicFramePr>
        <p:xfrm>
          <a:off x="485773" y="809279"/>
          <a:ext cx="11258552" cy="5511072"/>
        </p:xfrm>
        <a:graphic>
          <a:graphicData uri="http://schemas.openxmlformats.org/drawingml/2006/table">
            <a:tbl>
              <a:tblPr/>
              <a:tblGrid>
                <a:gridCol w="1971677">
                  <a:extLst>
                    <a:ext uri="{9D8B030D-6E8A-4147-A177-3AD203B41FA5}">
                      <a16:colId xmlns:a16="http://schemas.microsoft.com/office/drawing/2014/main" val="196341265"/>
                    </a:ext>
                  </a:extLst>
                </a:gridCol>
                <a:gridCol w="3057525">
                  <a:extLst>
                    <a:ext uri="{9D8B030D-6E8A-4147-A177-3AD203B41FA5}">
                      <a16:colId xmlns:a16="http://schemas.microsoft.com/office/drawing/2014/main" val="4008532454"/>
                    </a:ext>
                  </a:extLst>
                </a:gridCol>
                <a:gridCol w="6229350">
                  <a:extLst>
                    <a:ext uri="{9D8B030D-6E8A-4147-A177-3AD203B41FA5}">
                      <a16:colId xmlns:a16="http://schemas.microsoft.com/office/drawing/2014/main" val="3281813210"/>
                    </a:ext>
                  </a:extLst>
                </a:gridCol>
              </a:tblGrid>
              <a:tr h="2013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/>
                        <a:t>Category</a:t>
                      </a:r>
                      <a:endParaRPr lang="en-US" sz="1400" dirty="0"/>
                    </a:p>
                  </a:txBody>
                  <a:tcPr marL="50340" marR="50340" marT="25170" marB="25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/>
                        <a:t>UDF Macro</a:t>
                      </a:r>
                      <a:endParaRPr lang="en-US" sz="1400" dirty="0"/>
                    </a:p>
                  </a:txBody>
                  <a:tcPr marL="50340" marR="50340" marT="25170" marB="25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/>
                        <a:t>Use Case</a:t>
                      </a:r>
                      <a:endParaRPr lang="en-US" sz="1400" dirty="0"/>
                    </a:p>
                  </a:txBody>
                  <a:tcPr marL="50340" marR="50340" marT="25170" marB="25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7236269"/>
                  </a:ext>
                </a:extLst>
              </a:tr>
              <a:tr h="654421">
                <a:tc rowSpan="2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/>
                        <a:t>Boundary Conditions</a:t>
                      </a:r>
                    </a:p>
                  </a:txBody>
                  <a:tcPr marL="50340" marR="50340" marT="25170" marB="25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Courier New" panose="02070309020205020404" pitchFamily="49" charset="0"/>
                        </a:rPr>
                        <a:t>DEFINE_PROFILE</a:t>
                      </a:r>
                      <a:endParaRPr lang="en-US" sz="1400" dirty="0"/>
                    </a:p>
                  </a:txBody>
                  <a:tcPr marL="50340" marR="50340" marT="25170" marB="25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Define non-uniform boundary conditions (velocity, temperature, pressure, species) at inlets, outlets, or walls</a:t>
                      </a:r>
                    </a:p>
                  </a:txBody>
                  <a:tcPr marL="50340" marR="50340" marT="25170" marB="25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8785905"/>
                  </a:ext>
                </a:extLst>
              </a:tr>
              <a:tr h="352381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50340" marR="50340" marT="25170" marB="25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Courier New" panose="02070309020205020404" pitchFamily="49" charset="0"/>
                        </a:rPr>
                        <a:t>DEFINE_INLET_TURBULENCE</a:t>
                      </a:r>
                      <a:endParaRPr lang="en-US" sz="1400"/>
                    </a:p>
                  </a:txBody>
                  <a:tcPr marL="50340" marR="50340" marT="25170" marB="25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Specify custom turbulence quantities (k, ε, ω) at inlets</a:t>
                      </a:r>
                    </a:p>
                  </a:txBody>
                  <a:tcPr marL="50340" marR="50340" marT="25170" marB="25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0189799"/>
                  </a:ext>
                </a:extLst>
              </a:tr>
              <a:tr h="654421">
                <a:tc rowSpan="2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/>
                        <a:t>Material Properties</a:t>
                      </a:r>
                      <a:endParaRPr lang="en-US" sz="1400" dirty="0"/>
                    </a:p>
                  </a:txBody>
                  <a:tcPr marL="50340" marR="50340" marT="25170" marB="25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Courier New" panose="02070309020205020404" pitchFamily="49" charset="0"/>
                        </a:rPr>
                        <a:t>DEFINE_PROPERTY</a:t>
                      </a:r>
                      <a:endParaRPr lang="en-US" sz="1400" dirty="0"/>
                    </a:p>
                  </a:txBody>
                  <a:tcPr marL="50340" marR="50340" marT="25170" marB="25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Define custom material properties (viscosity, density, thermal conductivity, Cp) as functions of temperature, pressure, or composition</a:t>
                      </a:r>
                    </a:p>
                  </a:txBody>
                  <a:tcPr marL="50340" marR="50340" marT="25170" marB="25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378549"/>
                  </a:ext>
                </a:extLst>
              </a:tr>
              <a:tr h="201360">
                <a:tc vMerge="1">
                  <a:txBody>
                    <a:bodyPr/>
                    <a:lstStyle/>
                    <a:p>
                      <a:pPr>
                        <a:buNone/>
                      </a:pPr>
                      <a:endParaRPr lang="en-US" sz="1400" dirty="0"/>
                    </a:p>
                  </a:txBody>
                  <a:tcPr marL="50340" marR="50340" marT="25170" marB="25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Courier New" panose="02070309020205020404" pitchFamily="49" charset="0"/>
                        </a:rPr>
                        <a:t>DEFINE_DIFFUSIVITY</a:t>
                      </a:r>
                      <a:endParaRPr lang="en-US" sz="1400"/>
                    </a:p>
                  </a:txBody>
                  <a:tcPr marL="50340" marR="50340" marT="25170" marB="25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Define species or energy diffusivity</a:t>
                      </a:r>
                    </a:p>
                  </a:txBody>
                  <a:tcPr marL="50340" marR="50340" marT="25170" marB="25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6401109"/>
                  </a:ext>
                </a:extLst>
              </a:tr>
              <a:tr h="503401">
                <a:tc rowSpan="2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/>
                        <a:t>Source Terms</a:t>
                      </a:r>
                      <a:endParaRPr lang="en-US" sz="1400" dirty="0"/>
                    </a:p>
                  </a:txBody>
                  <a:tcPr marL="50340" marR="50340" marT="25170" marB="25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Courier New" panose="02070309020205020404" pitchFamily="49" charset="0"/>
                        </a:rPr>
                        <a:t>DEFINE_SOURCE</a:t>
                      </a:r>
                      <a:endParaRPr lang="en-US" sz="1400"/>
                    </a:p>
                  </a:txBody>
                  <a:tcPr marL="50340" marR="50340" marT="25170" marB="25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Add custom source/sink terms to any transport equation (momentum, energy, species, turbulence)</a:t>
                      </a:r>
                    </a:p>
                  </a:txBody>
                  <a:tcPr marL="50340" marR="50340" marT="25170" marB="25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0270936"/>
                  </a:ext>
                </a:extLst>
              </a:tr>
              <a:tr h="352381">
                <a:tc vMerge="1">
                  <a:txBody>
                    <a:bodyPr/>
                    <a:lstStyle/>
                    <a:p>
                      <a:pPr>
                        <a:buNone/>
                      </a:pPr>
                      <a:endParaRPr lang="en-US" sz="1400" dirty="0"/>
                    </a:p>
                  </a:txBody>
                  <a:tcPr marL="50340" marR="50340" marT="25170" marB="25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Courier New" panose="02070309020205020404" pitchFamily="49" charset="0"/>
                        </a:rPr>
                        <a:t>DEFINE_HEAT_FLUX</a:t>
                      </a:r>
                      <a:endParaRPr lang="en-US" sz="1400" dirty="0"/>
                    </a:p>
                  </a:txBody>
                  <a:tcPr marL="50340" marR="50340" marT="25170" marB="25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Define custom heat flux at wall boundaries</a:t>
                      </a:r>
                    </a:p>
                  </a:txBody>
                  <a:tcPr marL="50340" marR="50340" marT="25170" marB="25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9463217"/>
                  </a:ext>
                </a:extLst>
              </a:tr>
              <a:tr h="352381">
                <a:tc rowSpan="3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/>
                        <a:t>Reaction &amp; Chemistry</a:t>
                      </a:r>
                      <a:endParaRPr lang="en-US" sz="1400" dirty="0"/>
                    </a:p>
                  </a:txBody>
                  <a:tcPr marL="50340" marR="50340" marT="25170" marB="25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Courier New" panose="02070309020205020404" pitchFamily="49" charset="0"/>
                        </a:rPr>
                        <a:t>DEFINE_VR_RATE</a:t>
                      </a:r>
                      <a:endParaRPr lang="en-US" sz="1400"/>
                    </a:p>
                  </a:txBody>
                  <a:tcPr marL="50340" marR="50340" marT="25170" marB="25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Define custom volumetric reaction rates for species transport</a:t>
                      </a:r>
                    </a:p>
                  </a:txBody>
                  <a:tcPr marL="50340" marR="50340" marT="25170" marB="25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7851791"/>
                  </a:ext>
                </a:extLst>
              </a:tr>
              <a:tr h="352381">
                <a:tc vMerge="1">
                  <a:txBody>
                    <a:bodyPr/>
                    <a:lstStyle/>
                    <a:p>
                      <a:pPr>
                        <a:buNone/>
                      </a:pPr>
                      <a:endParaRPr lang="en-US" sz="1400" dirty="0"/>
                    </a:p>
                  </a:txBody>
                  <a:tcPr marL="50340" marR="50340" marT="25170" marB="25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Courier New" panose="02070309020205020404" pitchFamily="49" charset="0"/>
                        </a:rPr>
                        <a:t>DEFINE_SR_RATE</a:t>
                      </a:r>
                      <a:endParaRPr lang="en-US" sz="1400"/>
                    </a:p>
                  </a:txBody>
                  <a:tcPr marL="50340" marR="50340" marT="25170" marB="25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Define custom surface reaction rates at walls</a:t>
                      </a:r>
                    </a:p>
                  </a:txBody>
                  <a:tcPr marL="50340" marR="50340" marT="25170" marB="25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7318745"/>
                  </a:ext>
                </a:extLst>
              </a:tr>
              <a:tr h="352381">
                <a:tc vMerge="1">
                  <a:txBody>
                    <a:bodyPr/>
                    <a:lstStyle/>
                    <a:p>
                      <a:pPr>
                        <a:buNone/>
                      </a:pPr>
                      <a:endParaRPr lang="en-US" sz="1400" dirty="0"/>
                    </a:p>
                  </a:txBody>
                  <a:tcPr marL="50340" marR="50340" marT="25170" marB="25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Courier New" panose="02070309020205020404" pitchFamily="49" charset="0"/>
                        </a:rPr>
                        <a:t>DEFINE_HET_RXN_RATE</a:t>
                      </a:r>
                      <a:endParaRPr lang="en-US" sz="1400"/>
                    </a:p>
                  </a:txBody>
                  <a:tcPr marL="50340" marR="50340" marT="25170" marB="25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Define heterogeneous reaction rates (solid-gas reactions)</a:t>
                      </a:r>
                    </a:p>
                  </a:txBody>
                  <a:tcPr marL="50340" marR="50340" marT="25170" marB="25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448676"/>
                  </a:ext>
                </a:extLst>
              </a:tr>
              <a:tr h="352381">
                <a:tc rowSpan="4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/>
                        <a:t>Dynamic Mesh</a:t>
                      </a:r>
                      <a:endParaRPr lang="en-US" sz="1400" dirty="0"/>
                    </a:p>
                  </a:txBody>
                  <a:tcPr marL="50340" marR="50340" marT="25170" marB="25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Courier New" panose="02070309020205020404" pitchFamily="49" charset="0"/>
                        </a:rPr>
                        <a:t>DEFINE_GEOM</a:t>
                      </a:r>
                      <a:endParaRPr lang="en-US" sz="1400"/>
                    </a:p>
                  </a:txBody>
                  <a:tcPr marL="50340" marR="50340" marT="25170" marB="25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Define geometry of a deforming or moving boundary</a:t>
                      </a:r>
                    </a:p>
                  </a:txBody>
                  <a:tcPr marL="50340" marR="50340" marT="25170" marB="25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147289"/>
                  </a:ext>
                </a:extLst>
              </a:tr>
              <a:tr h="352381">
                <a:tc vMerge="1">
                  <a:txBody>
                    <a:bodyPr/>
                    <a:lstStyle/>
                    <a:p>
                      <a:pPr>
                        <a:buNone/>
                      </a:pPr>
                      <a:endParaRPr lang="en-US" sz="1400" dirty="0"/>
                    </a:p>
                  </a:txBody>
                  <a:tcPr marL="50340" marR="50340" marT="25170" marB="25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Courier New" panose="02070309020205020404" pitchFamily="49" charset="0"/>
                        </a:rPr>
                        <a:t>DEFINE_GRID_MOTION</a:t>
                      </a:r>
                      <a:endParaRPr lang="en-US" sz="1400"/>
                    </a:p>
                  </a:txBody>
                  <a:tcPr marL="50340" marR="50340" marT="25170" marB="25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Prescribe rigid body or arbitrary motion of mesh zones</a:t>
                      </a:r>
                    </a:p>
                  </a:txBody>
                  <a:tcPr marL="50340" marR="50340" marT="25170" marB="25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6900019"/>
                  </a:ext>
                </a:extLst>
              </a:tr>
              <a:tr h="352381">
                <a:tc vMerge="1">
                  <a:txBody>
                    <a:bodyPr/>
                    <a:lstStyle/>
                    <a:p>
                      <a:pPr>
                        <a:buNone/>
                      </a:pPr>
                      <a:endParaRPr lang="en-US" sz="1400" dirty="0"/>
                    </a:p>
                  </a:txBody>
                  <a:tcPr marL="50340" marR="50340" marT="25170" marB="25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Courier New" panose="02070309020205020404" pitchFamily="49" charset="0"/>
                        </a:rPr>
                        <a:t>DEFINE_CG_MOTION</a:t>
                      </a:r>
                      <a:endParaRPr lang="en-US" sz="1400"/>
                    </a:p>
                  </a:txBody>
                  <a:tcPr marL="50340" marR="50340" marT="25170" marB="25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Define center-of-gravity motion for 6-DOF moving bodies</a:t>
                      </a:r>
                    </a:p>
                  </a:txBody>
                  <a:tcPr marL="50340" marR="50340" marT="25170" marB="25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2934941"/>
                  </a:ext>
                </a:extLst>
              </a:tr>
              <a:tr h="352381">
                <a:tc vMerge="1">
                  <a:txBody>
                    <a:bodyPr/>
                    <a:lstStyle/>
                    <a:p>
                      <a:pPr>
                        <a:buNone/>
                      </a:pPr>
                      <a:endParaRPr lang="en-US" sz="1400" dirty="0"/>
                    </a:p>
                  </a:txBody>
                  <a:tcPr marL="50340" marR="50340" marT="25170" marB="25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Courier New" panose="02070309020205020404" pitchFamily="49" charset="0"/>
                        </a:rPr>
                        <a:t>DEFINE_SDOF_PROPERTIES</a:t>
                      </a:r>
                      <a:endParaRPr lang="en-US" sz="1400"/>
                    </a:p>
                  </a:txBody>
                  <a:tcPr marL="50340" marR="50340" marT="25170" marB="25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Define mass, moment of inertia, and forces for 6-DOF solver</a:t>
                      </a:r>
                    </a:p>
                  </a:txBody>
                  <a:tcPr marL="50340" marR="50340" marT="25170" marB="25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03947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499745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13A115-EACC-7D1E-8C95-56F3C29C87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9F842A7-8A99-D258-7125-4F584FF63F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UDFs (2)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5DE37C3-FBF7-E45E-1B4E-2848DBEE7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9E0DF-81F1-4789-B552-FAF4C5493E6A}" type="slidenum">
              <a:rPr lang="en-US" smtClean="0"/>
              <a:t>4</a:t>
            </a:fld>
            <a:endParaRPr lang="en-US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10B2F7CB-5AD6-99E0-4D4F-ECCAB121DF2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2708811"/>
              </p:ext>
            </p:extLst>
          </p:nvPr>
        </p:nvGraphicFramePr>
        <p:xfrm>
          <a:off x="476250" y="628651"/>
          <a:ext cx="11516744" cy="5928534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3299689640"/>
                    </a:ext>
                  </a:extLst>
                </a:gridCol>
                <a:gridCol w="3524250">
                  <a:extLst>
                    <a:ext uri="{9D8B030D-6E8A-4147-A177-3AD203B41FA5}">
                      <a16:colId xmlns:a16="http://schemas.microsoft.com/office/drawing/2014/main" val="1035890702"/>
                    </a:ext>
                  </a:extLst>
                </a:gridCol>
                <a:gridCol w="5706494">
                  <a:extLst>
                    <a:ext uri="{9D8B030D-6E8A-4147-A177-3AD203B41FA5}">
                      <a16:colId xmlns:a16="http://schemas.microsoft.com/office/drawing/2014/main" val="765480498"/>
                    </a:ext>
                  </a:extLst>
                </a:gridCol>
              </a:tblGrid>
              <a:tr h="3427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/>
                        <a:t>Category</a:t>
                      </a:r>
                      <a:endParaRPr lang="en-US" sz="1400" dirty="0"/>
                    </a:p>
                  </a:txBody>
                  <a:tcPr marL="50340" marR="50340" marT="25170" marB="25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/>
                        <a:t>UDF Macro</a:t>
                      </a:r>
                      <a:endParaRPr lang="en-US" sz="1400" dirty="0"/>
                    </a:p>
                  </a:txBody>
                  <a:tcPr marL="50340" marR="50340" marT="25170" marB="25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/>
                        <a:t>Use Case</a:t>
                      </a:r>
                      <a:endParaRPr lang="en-US" sz="1400" dirty="0"/>
                    </a:p>
                  </a:txBody>
                  <a:tcPr marL="50340" marR="50340" marT="25170" marB="25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2047901"/>
                  </a:ext>
                </a:extLst>
              </a:tr>
              <a:tr h="342770">
                <a:tc rowSpan="5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/>
                        <a:t>Discrete Phase (DPM)</a:t>
                      </a:r>
                      <a:endParaRPr lang="en-US" sz="1400" dirty="0"/>
                    </a:p>
                  </a:txBody>
                  <a:tcPr marL="48967" marR="48967" marT="24484" marB="244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Courier New" panose="02070309020205020404" pitchFamily="49" charset="0"/>
                        </a:rPr>
                        <a:t>DEFINE_DPM_DRAG</a:t>
                      </a:r>
                      <a:endParaRPr lang="en-US" sz="1400" dirty="0"/>
                    </a:p>
                  </a:txBody>
                  <a:tcPr marL="48967" marR="48967" marT="24484" marB="244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Define custom drag coefficient for non-spherical particles</a:t>
                      </a:r>
                    </a:p>
                  </a:txBody>
                  <a:tcPr marL="48967" marR="48967" marT="24484" marB="244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1028830"/>
                  </a:ext>
                </a:extLst>
              </a:tr>
              <a:tr h="342770">
                <a:tc vMerge="1">
                  <a:txBody>
                    <a:bodyPr/>
                    <a:lstStyle/>
                    <a:p>
                      <a:pPr>
                        <a:buNone/>
                      </a:pPr>
                      <a:endParaRPr lang="en-US" sz="1400" dirty="0"/>
                    </a:p>
                  </a:txBody>
                  <a:tcPr marL="48967" marR="48967" marT="24484" marB="244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Courier New" panose="02070309020205020404" pitchFamily="49" charset="0"/>
                        </a:rPr>
                        <a:t>DEFINE_DPM_SOURCE</a:t>
                      </a:r>
                      <a:endParaRPr lang="en-US" sz="1400" dirty="0"/>
                    </a:p>
                  </a:txBody>
                  <a:tcPr marL="48967" marR="48967" marT="24484" marB="244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Define custom source terms from particles to continuous phase</a:t>
                      </a:r>
                    </a:p>
                  </a:txBody>
                  <a:tcPr marL="48967" marR="48967" marT="24484" marB="244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7410002"/>
                  </a:ext>
                </a:extLst>
              </a:tr>
              <a:tr h="342770">
                <a:tc vMerge="1">
                  <a:txBody>
                    <a:bodyPr/>
                    <a:lstStyle/>
                    <a:p>
                      <a:pPr>
                        <a:buNone/>
                      </a:pPr>
                      <a:endParaRPr lang="en-US" sz="1400" dirty="0"/>
                    </a:p>
                  </a:txBody>
                  <a:tcPr marL="48967" marR="48967" marT="24484" marB="244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Courier New" panose="02070309020205020404" pitchFamily="49" charset="0"/>
                        </a:rPr>
                        <a:t>DEFINE_DPM_BC</a:t>
                      </a:r>
                      <a:endParaRPr lang="en-US" sz="1400" dirty="0"/>
                    </a:p>
                  </a:txBody>
                  <a:tcPr marL="48967" marR="48967" marT="24484" marB="244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Define custom particle-wall interaction (reflection, absorption, etc.)</a:t>
                      </a:r>
                    </a:p>
                  </a:txBody>
                  <a:tcPr marL="48967" marR="48967" marT="24484" marB="244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4391389"/>
                  </a:ext>
                </a:extLst>
              </a:tr>
              <a:tr h="195869">
                <a:tc vMerge="1">
                  <a:txBody>
                    <a:bodyPr/>
                    <a:lstStyle/>
                    <a:p>
                      <a:pPr>
                        <a:buNone/>
                      </a:pPr>
                      <a:endParaRPr lang="en-US" sz="1400" dirty="0"/>
                    </a:p>
                  </a:txBody>
                  <a:tcPr marL="48967" marR="48967" marT="24484" marB="244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Courier New" panose="02070309020205020404" pitchFamily="49" charset="0"/>
                        </a:rPr>
                        <a:t>DEFINE_DPM_INJECTION_INIT</a:t>
                      </a:r>
                      <a:endParaRPr lang="en-US" sz="1400" dirty="0"/>
                    </a:p>
                  </a:txBody>
                  <a:tcPr marL="48967" marR="48967" marT="24484" marB="244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Initialize particle properties at injection</a:t>
                      </a:r>
                    </a:p>
                  </a:txBody>
                  <a:tcPr marL="48967" marR="48967" marT="24484" marB="244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3056785"/>
                  </a:ext>
                </a:extLst>
              </a:tr>
              <a:tr h="342770">
                <a:tc vMerge="1">
                  <a:txBody>
                    <a:bodyPr/>
                    <a:lstStyle/>
                    <a:p>
                      <a:pPr>
                        <a:buNone/>
                      </a:pPr>
                      <a:endParaRPr lang="en-US" sz="1400" dirty="0"/>
                    </a:p>
                  </a:txBody>
                  <a:tcPr marL="48967" marR="48967" marT="24484" marB="244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Courier New" panose="02070309020205020404" pitchFamily="49" charset="0"/>
                        </a:rPr>
                        <a:t>DEFINE_DPM_LAW</a:t>
                      </a:r>
                      <a:endParaRPr lang="en-US" sz="1400" dirty="0"/>
                    </a:p>
                  </a:txBody>
                  <a:tcPr marL="48967" marR="48967" marT="24484" marB="244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Define custom particle heat/mass transfer laws</a:t>
                      </a:r>
                    </a:p>
                  </a:txBody>
                  <a:tcPr marL="48967" marR="48967" marT="24484" marB="244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1035573"/>
                  </a:ext>
                </a:extLst>
              </a:tr>
              <a:tr h="342770">
                <a:tc rowSpan="2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/>
                        <a:t>Turbulence</a:t>
                      </a:r>
                      <a:endParaRPr lang="en-US" sz="1400" dirty="0"/>
                    </a:p>
                  </a:txBody>
                  <a:tcPr marL="48967" marR="48967" marT="24484" marB="244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Courier New" panose="02070309020205020404" pitchFamily="49" charset="0"/>
                        </a:rPr>
                        <a:t>DEFINE_TURBULENT_VISCOSITY</a:t>
                      </a:r>
                      <a:endParaRPr lang="en-US" sz="1400" dirty="0"/>
                    </a:p>
                  </a:txBody>
                  <a:tcPr marL="48967" marR="48967" marT="24484" marB="244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Define custom turbulent viscosity for modified turbulence models</a:t>
                      </a:r>
                    </a:p>
                  </a:txBody>
                  <a:tcPr marL="48967" marR="48967" marT="24484" marB="244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1337665"/>
                  </a:ext>
                </a:extLst>
              </a:tr>
              <a:tr h="195869">
                <a:tc vMerge="1">
                  <a:txBody>
                    <a:bodyPr/>
                    <a:lstStyle/>
                    <a:p>
                      <a:pPr>
                        <a:buNone/>
                      </a:pPr>
                      <a:endParaRPr lang="en-US" sz="1400" dirty="0"/>
                    </a:p>
                  </a:txBody>
                  <a:tcPr marL="48967" marR="48967" marT="24484" marB="244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Courier New" panose="02070309020205020404" pitchFamily="49" charset="0"/>
                        </a:rPr>
                        <a:t>DEFINE_WALL_FUNCTIONS</a:t>
                      </a:r>
                      <a:endParaRPr lang="en-US" sz="1400"/>
                    </a:p>
                  </a:txBody>
                  <a:tcPr marL="48967" marR="48967" marT="24484" marB="244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Define custom near-wall treatment</a:t>
                      </a:r>
                    </a:p>
                  </a:txBody>
                  <a:tcPr marL="48967" marR="48967" marT="24484" marB="244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7923770"/>
                  </a:ext>
                </a:extLst>
              </a:tr>
              <a:tr h="342770">
                <a:tc rowSpan="2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/>
                        <a:t>User-Defined Scalar (UDS)</a:t>
                      </a:r>
                      <a:endParaRPr lang="en-US" sz="1400" dirty="0"/>
                    </a:p>
                  </a:txBody>
                  <a:tcPr marL="48967" marR="48967" marT="24484" marB="244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Courier New" panose="02070309020205020404" pitchFamily="49" charset="0"/>
                        </a:rPr>
                        <a:t>DEFINE_UDS_FLUX</a:t>
                      </a:r>
                      <a:endParaRPr lang="en-US" sz="1400" dirty="0"/>
                    </a:p>
                  </a:txBody>
                  <a:tcPr marL="48967" marR="48967" marT="24484" marB="244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Define convective flux for a user-defined scalar transport equation</a:t>
                      </a:r>
                    </a:p>
                  </a:txBody>
                  <a:tcPr marL="48967" marR="48967" marT="24484" marB="244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4062370"/>
                  </a:ext>
                </a:extLst>
              </a:tr>
              <a:tr h="342770">
                <a:tc vMerge="1">
                  <a:txBody>
                    <a:bodyPr/>
                    <a:lstStyle/>
                    <a:p>
                      <a:pPr>
                        <a:buNone/>
                      </a:pPr>
                      <a:endParaRPr lang="en-US" sz="1400" dirty="0"/>
                    </a:p>
                  </a:txBody>
                  <a:tcPr marL="48967" marR="48967" marT="24484" marB="244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Courier New" panose="02070309020205020404" pitchFamily="49" charset="0"/>
                        </a:rPr>
                        <a:t>DEFINE_UDS_UNSTEADY</a:t>
                      </a:r>
                      <a:endParaRPr lang="en-US" sz="1400"/>
                    </a:p>
                  </a:txBody>
                  <a:tcPr marL="48967" marR="48967" marT="24484" marB="244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Define transient term for a UDS equation</a:t>
                      </a:r>
                    </a:p>
                  </a:txBody>
                  <a:tcPr marL="48967" marR="48967" marT="24484" marB="244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0074369"/>
                  </a:ext>
                </a:extLst>
              </a:tr>
              <a:tr h="342770">
                <a:tc rowSpan="5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/>
                        <a:t>Initialization &amp; Execution</a:t>
                      </a:r>
                      <a:endParaRPr lang="en-US" sz="1400" dirty="0"/>
                    </a:p>
                  </a:txBody>
                  <a:tcPr marL="48967" marR="48967" marT="24484" marB="244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Courier New" panose="02070309020205020404" pitchFamily="49" charset="0"/>
                        </a:rPr>
                        <a:t>DEFINE_INIT</a:t>
                      </a:r>
                      <a:endParaRPr lang="en-US" sz="1400" dirty="0"/>
                    </a:p>
                  </a:txBody>
                  <a:tcPr marL="48967" marR="48967" marT="24484" marB="244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Define custom field initialization at the start of simulation</a:t>
                      </a:r>
                    </a:p>
                  </a:txBody>
                  <a:tcPr marL="48967" marR="48967" marT="24484" marB="244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5194024"/>
                  </a:ext>
                </a:extLst>
              </a:tr>
              <a:tr h="342770">
                <a:tc vMerge="1">
                  <a:txBody>
                    <a:bodyPr/>
                    <a:lstStyle/>
                    <a:p>
                      <a:pPr>
                        <a:buNone/>
                      </a:pPr>
                      <a:endParaRPr lang="en-US" sz="1400" dirty="0"/>
                    </a:p>
                  </a:txBody>
                  <a:tcPr marL="48967" marR="48967" marT="24484" marB="244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Courier New" panose="02070309020205020404" pitchFamily="49" charset="0"/>
                        </a:rPr>
                        <a:t>DEFINE_EXECUTE_AT_END</a:t>
                      </a:r>
                      <a:endParaRPr lang="en-US" sz="1400" dirty="0"/>
                    </a:p>
                  </a:txBody>
                  <a:tcPr marL="48967" marR="48967" marT="24484" marB="244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Execute custom code at the end of each iteration or time step</a:t>
                      </a:r>
                    </a:p>
                  </a:txBody>
                  <a:tcPr marL="48967" marR="48967" marT="24484" marB="244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6312061"/>
                  </a:ext>
                </a:extLst>
              </a:tr>
              <a:tr h="342770">
                <a:tc vMerge="1">
                  <a:txBody>
                    <a:bodyPr/>
                    <a:lstStyle/>
                    <a:p>
                      <a:pPr>
                        <a:buNone/>
                      </a:pPr>
                      <a:endParaRPr lang="en-US" sz="1400" dirty="0"/>
                    </a:p>
                  </a:txBody>
                  <a:tcPr marL="48967" marR="48967" marT="24484" marB="244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Courier New" panose="02070309020205020404" pitchFamily="49" charset="0"/>
                        </a:rPr>
                        <a:t>DEFINE_EXECUTE_ON_LOADING</a:t>
                      </a:r>
                      <a:endParaRPr lang="en-US" sz="1400"/>
                    </a:p>
                  </a:txBody>
                  <a:tcPr marL="48967" marR="48967" marT="24484" marB="244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Execute code when the UDF is loaded into Fluent</a:t>
                      </a:r>
                    </a:p>
                  </a:txBody>
                  <a:tcPr marL="48967" marR="48967" marT="24484" marB="244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1082674"/>
                  </a:ext>
                </a:extLst>
              </a:tr>
              <a:tr h="342770">
                <a:tc vMerge="1">
                  <a:txBody>
                    <a:bodyPr/>
                    <a:lstStyle/>
                    <a:p>
                      <a:pPr>
                        <a:buNone/>
                      </a:pPr>
                      <a:endParaRPr lang="en-US" sz="1400" dirty="0"/>
                    </a:p>
                  </a:txBody>
                  <a:tcPr marL="48967" marR="48967" marT="24484" marB="244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Courier New" panose="02070309020205020404" pitchFamily="49" charset="0"/>
                        </a:rPr>
                        <a:t>DEFINE_ON_DEMAND</a:t>
                      </a:r>
                      <a:endParaRPr lang="en-US" sz="1400"/>
                    </a:p>
                  </a:txBody>
                  <a:tcPr marL="48967" marR="48967" marT="24484" marB="244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Execute a UDF manually on demand from the Fluent GUI</a:t>
                      </a:r>
                    </a:p>
                  </a:txBody>
                  <a:tcPr marL="48967" marR="48967" marT="24484" marB="244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4517684"/>
                  </a:ext>
                </a:extLst>
              </a:tr>
              <a:tr h="342770">
                <a:tc vMerge="1">
                  <a:txBody>
                    <a:bodyPr/>
                    <a:lstStyle/>
                    <a:p>
                      <a:pPr>
                        <a:buNone/>
                      </a:pPr>
                      <a:endParaRPr lang="en-US" sz="1400" dirty="0"/>
                    </a:p>
                  </a:txBody>
                  <a:tcPr marL="48967" marR="48967" marT="24484" marB="244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Courier New" panose="02070309020205020404" pitchFamily="49" charset="0"/>
                        </a:rPr>
                        <a:t>DEFINE_RW_FILE</a:t>
                      </a:r>
                      <a:endParaRPr lang="en-US" sz="1400"/>
                    </a:p>
                  </a:txBody>
                  <a:tcPr marL="48967" marR="48967" marT="24484" marB="244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Read/write custom data to case or data files</a:t>
                      </a:r>
                    </a:p>
                  </a:txBody>
                  <a:tcPr marL="48967" marR="48967" marT="24484" marB="244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9919257"/>
                  </a:ext>
                </a:extLst>
              </a:tr>
              <a:tr h="195869">
                <a:tc rowSpan="3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/>
                        <a:t>Multiphase</a:t>
                      </a:r>
                      <a:endParaRPr lang="en-US" sz="1400" dirty="0"/>
                    </a:p>
                  </a:txBody>
                  <a:tcPr marL="48967" marR="48967" marT="24484" marB="244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Courier New" panose="02070309020205020404" pitchFamily="49" charset="0"/>
                        </a:rPr>
                        <a:t>DEFINE_CAVITATION_RATE</a:t>
                      </a:r>
                      <a:endParaRPr lang="en-US" sz="1400"/>
                    </a:p>
                  </a:txBody>
                  <a:tcPr marL="48967" marR="48967" marT="24484" marB="244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Define custom cavitation source terms</a:t>
                      </a:r>
                    </a:p>
                  </a:txBody>
                  <a:tcPr marL="48967" marR="48967" marT="24484" marB="244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9455747"/>
                  </a:ext>
                </a:extLst>
              </a:tr>
              <a:tr h="342770">
                <a:tc vMerge="1">
                  <a:txBody>
                    <a:bodyPr/>
                    <a:lstStyle/>
                    <a:p>
                      <a:pPr>
                        <a:buNone/>
                      </a:pPr>
                      <a:endParaRPr lang="en-US" sz="1400" dirty="0"/>
                    </a:p>
                  </a:txBody>
                  <a:tcPr marL="48967" marR="48967" marT="24484" marB="244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Courier New" panose="02070309020205020404" pitchFamily="49" charset="0"/>
                        </a:rPr>
                        <a:t>DEFINE_EXCHANGE_PROPERTY</a:t>
                      </a:r>
                      <a:endParaRPr lang="en-US" sz="1400"/>
                    </a:p>
                  </a:txBody>
                  <a:tcPr marL="48967" marR="48967" marT="24484" marB="244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Define interphase exchange coefficients (drag, heat, mass transfer)</a:t>
                      </a:r>
                    </a:p>
                  </a:txBody>
                  <a:tcPr marL="48967" marR="48967" marT="24484" marB="244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7366704"/>
                  </a:ext>
                </a:extLst>
              </a:tr>
              <a:tr h="342770">
                <a:tc vMerge="1">
                  <a:txBody>
                    <a:bodyPr/>
                    <a:lstStyle/>
                    <a:p>
                      <a:pPr>
                        <a:buNone/>
                      </a:pPr>
                      <a:endParaRPr lang="en-US" sz="1400" dirty="0"/>
                    </a:p>
                  </a:txBody>
                  <a:tcPr marL="48967" marR="48967" marT="24484" marB="244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Courier New" panose="02070309020205020404" pitchFamily="49" charset="0"/>
                        </a:rPr>
                        <a:t>DEFINE_MASS_TRANSFER</a:t>
                      </a:r>
                      <a:endParaRPr lang="en-US" sz="1400"/>
                    </a:p>
                  </a:txBody>
                  <a:tcPr marL="48967" marR="48967" marT="24484" marB="244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Define custom mass transfer rates between phases</a:t>
                      </a:r>
                    </a:p>
                  </a:txBody>
                  <a:tcPr marL="48967" marR="48967" marT="24484" marB="2448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1229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774801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8F7C83-DE4A-4859-80D2-BED4F127B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is a function?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F43A8FB-BBA1-37AF-A310-6F0D09A85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9E0DF-81F1-4789-B552-FAF4C5493E6A}" type="slidenum">
              <a:rPr lang="en-US" smtClean="0"/>
              <a:t>5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67F37EE-6BC1-D99D-D8EC-7158B5F3130D}"/>
              </a:ext>
            </a:extLst>
          </p:cNvPr>
          <p:cNvSpPr/>
          <p:nvPr/>
        </p:nvSpPr>
        <p:spPr>
          <a:xfrm>
            <a:off x="4895850" y="2338387"/>
            <a:ext cx="2400300" cy="2181225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UDF Code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439F9C8-6B3A-D4F1-1750-6327C6CB3D99}"/>
              </a:ext>
            </a:extLst>
          </p:cNvPr>
          <p:cNvCxnSpPr>
            <a:cxnSpLocks/>
          </p:cNvCxnSpPr>
          <p:nvPr/>
        </p:nvCxnSpPr>
        <p:spPr>
          <a:xfrm>
            <a:off x="1104900" y="3429000"/>
            <a:ext cx="3714750" cy="0"/>
          </a:xfrm>
          <a:prstGeom prst="straightConnector1">
            <a:avLst/>
          </a:prstGeom>
          <a:ln w="762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E198D15-8CE2-8584-312E-7E3910746570}"/>
              </a:ext>
            </a:extLst>
          </p:cNvPr>
          <p:cNvSpPr txBox="1"/>
          <p:nvPr/>
        </p:nvSpPr>
        <p:spPr>
          <a:xfrm>
            <a:off x="1238250" y="2964696"/>
            <a:ext cx="35814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tx1"/>
                </a:solidFill>
              </a:rPr>
              <a:t>Input information from the Solver </a:t>
            </a:r>
            <a:endParaRPr lang="en-US" sz="2800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6C4EEE9-53DB-5200-BB5B-56B8DAC2E8D8}"/>
              </a:ext>
            </a:extLst>
          </p:cNvPr>
          <p:cNvCxnSpPr>
            <a:cxnSpLocks/>
          </p:cNvCxnSpPr>
          <p:nvPr/>
        </p:nvCxnSpPr>
        <p:spPr>
          <a:xfrm>
            <a:off x="7372350" y="3429000"/>
            <a:ext cx="3714750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925277EB-01AF-A46C-ACEA-3616FAE587E7}"/>
              </a:ext>
            </a:extLst>
          </p:cNvPr>
          <p:cNvSpPr txBox="1"/>
          <p:nvPr/>
        </p:nvSpPr>
        <p:spPr>
          <a:xfrm>
            <a:off x="7743825" y="2964696"/>
            <a:ext cx="35814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tx1"/>
                </a:solidFill>
              </a:rPr>
              <a:t>Outputs returned </a:t>
            </a:r>
          </a:p>
          <a:p>
            <a:r>
              <a:rPr lang="en-US" sz="2800" b="1" dirty="0">
                <a:solidFill>
                  <a:schemeClr val="tx1"/>
                </a:solidFill>
              </a:rPr>
              <a:t>to the Solver 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9395714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54679-8B53-D762-47A4-9F2812787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Cell Macros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E8205A4-7CFE-C8C7-7297-19DEF69F0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9E0DF-81F1-4789-B552-FAF4C5493E6A}" type="slidenum">
              <a:rPr lang="en-US" smtClean="0"/>
              <a:t>6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D891AA0-23F5-7E85-FE44-4D680D0920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0294467"/>
              </p:ext>
            </p:extLst>
          </p:nvPr>
        </p:nvGraphicFramePr>
        <p:xfrm>
          <a:off x="2359502" y="547349"/>
          <a:ext cx="7047303" cy="6174125"/>
        </p:xfrm>
        <a:graphic>
          <a:graphicData uri="http://schemas.openxmlformats.org/drawingml/2006/table">
            <a:tbl>
              <a:tblPr/>
              <a:tblGrid>
                <a:gridCol w="1611864">
                  <a:extLst>
                    <a:ext uri="{9D8B030D-6E8A-4147-A177-3AD203B41FA5}">
                      <a16:colId xmlns:a16="http://schemas.microsoft.com/office/drawing/2014/main" val="1700099434"/>
                    </a:ext>
                  </a:extLst>
                </a:gridCol>
                <a:gridCol w="1918447">
                  <a:extLst>
                    <a:ext uri="{9D8B030D-6E8A-4147-A177-3AD203B41FA5}">
                      <a16:colId xmlns:a16="http://schemas.microsoft.com/office/drawing/2014/main" val="938283912"/>
                    </a:ext>
                  </a:extLst>
                </a:gridCol>
                <a:gridCol w="3516992">
                  <a:extLst>
                    <a:ext uri="{9D8B030D-6E8A-4147-A177-3AD203B41FA5}">
                      <a16:colId xmlns:a16="http://schemas.microsoft.com/office/drawing/2014/main" val="4223665918"/>
                    </a:ext>
                  </a:extLst>
                </a:gridCol>
              </a:tblGrid>
              <a:tr h="3419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Category</a:t>
                      </a:r>
                      <a:endParaRPr lang="en-US" sz="1400"/>
                    </a:p>
                  </a:txBody>
                  <a:tcPr marL="85498" marR="85498" marT="42749" marB="427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Macro</a:t>
                      </a:r>
                      <a:endParaRPr lang="en-US" sz="1400"/>
                    </a:p>
                  </a:txBody>
                  <a:tcPr marL="85498" marR="85498" marT="42749" marB="427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Description</a:t>
                      </a:r>
                      <a:endParaRPr lang="en-US" sz="1400"/>
                    </a:p>
                  </a:txBody>
                  <a:tcPr marL="85498" marR="85498" marT="42749" marB="427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0797383"/>
                  </a:ext>
                </a:extLst>
              </a:tr>
              <a:tr h="341993">
                <a:tc rowSpan="3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/>
                        <a:t>Velocity</a:t>
                      </a:r>
                      <a:endParaRPr lang="en-US" sz="1400" dirty="0"/>
                    </a:p>
                  </a:txBody>
                  <a:tcPr marL="85498" marR="85498" marT="42749" marB="427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Courier New" panose="02070309020205020404" pitchFamily="49" charset="0"/>
                        </a:rPr>
                        <a:t>C_U(</a:t>
                      </a:r>
                      <a:r>
                        <a:rPr lang="en-US" sz="1400" dirty="0" err="1">
                          <a:latin typeface="Courier New" panose="02070309020205020404" pitchFamily="49" charset="0"/>
                        </a:rPr>
                        <a:t>c,t</a:t>
                      </a:r>
                      <a:r>
                        <a:rPr lang="en-US" sz="1400" dirty="0">
                          <a:latin typeface="Courier New" panose="02070309020205020404" pitchFamily="49" charset="0"/>
                        </a:rPr>
                        <a:t>)</a:t>
                      </a:r>
                      <a:endParaRPr lang="en-US" sz="1400" dirty="0"/>
                    </a:p>
                  </a:txBody>
                  <a:tcPr marL="85498" marR="85498" marT="42749" marB="427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Cell x-velocity component</a:t>
                      </a:r>
                    </a:p>
                  </a:txBody>
                  <a:tcPr marL="85498" marR="85498" marT="42749" marB="427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7373494"/>
                  </a:ext>
                </a:extLst>
              </a:tr>
              <a:tr h="341993">
                <a:tc vMerge="1">
                  <a:txBody>
                    <a:bodyPr/>
                    <a:lstStyle/>
                    <a:p>
                      <a:pPr>
                        <a:buNone/>
                      </a:pPr>
                      <a:endParaRPr lang="en-US" sz="1400" dirty="0"/>
                    </a:p>
                  </a:txBody>
                  <a:tcPr marL="85498" marR="85498" marT="42749" marB="427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Courier New" panose="02070309020205020404" pitchFamily="49" charset="0"/>
                        </a:rPr>
                        <a:t>C_V(c,t)</a:t>
                      </a:r>
                      <a:endParaRPr lang="en-US" sz="1400"/>
                    </a:p>
                  </a:txBody>
                  <a:tcPr marL="85498" marR="85498" marT="42749" marB="427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Cell y-velocity component</a:t>
                      </a:r>
                    </a:p>
                  </a:txBody>
                  <a:tcPr marL="85498" marR="85498" marT="42749" marB="427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4750651"/>
                  </a:ext>
                </a:extLst>
              </a:tr>
              <a:tr h="341993">
                <a:tc vMerge="1">
                  <a:txBody>
                    <a:bodyPr/>
                    <a:lstStyle/>
                    <a:p>
                      <a:pPr>
                        <a:buNone/>
                      </a:pPr>
                      <a:endParaRPr lang="en-US" sz="1400" dirty="0"/>
                    </a:p>
                  </a:txBody>
                  <a:tcPr marL="85498" marR="85498" marT="42749" marB="427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Courier New" panose="02070309020205020404" pitchFamily="49" charset="0"/>
                        </a:rPr>
                        <a:t>C_W(c,t)</a:t>
                      </a:r>
                      <a:endParaRPr lang="en-US" sz="1400"/>
                    </a:p>
                  </a:txBody>
                  <a:tcPr marL="85498" marR="85498" marT="42749" marB="427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Cell z-velocity component</a:t>
                      </a:r>
                    </a:p>
                  </a:txBody>
                  <a:tcPr marL="85498" marR="85498" marT="42749" marB="427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9521907"/>
                  </a:ext>
                </a:extLst>
              </a:tr>
              <a:tr h="341993">
                <a:tc rowSpan="3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/>
                        <a:t>Pressure &amp; Density</a:t>
                      </a:r>
                      <a:endParaRPr lang="en-US" sz="1400" dirty="0"/>
                    </a:p>
                  </a:txBody>
                  <a:tcPr marL="85498" marR="85498" marT="42749" marB="427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Courier New" panose="02070309020205020404" pitchFamily="49" charset="0"/>
                        </a:rPr>
                        <a:t>C_P(c,t)</a:t>
                      </a:r>
                      <a:endParaRPr lang="en-US" sz="1400"/>
                    </a:p>
                  </a:txBody>
                  <a:tcPr marL="85498" marR="85498" marT="42749" marB="427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Cell static pressure</a:t>
                      </a:r>
                    </a:p>
                  </a:txBody>
                  <a:tcPr marL="85498" marR="85498" marT="42749" marB="427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5538236"/>
                  </a:ext>
                </a:extLst>
              </a:tr>
              <a:tr h="341993">
                <a:tc vMerge="1">
                  <a:txBody>
                    <a:bodyPr/>
                    <a:lstStyle/>
                    <a:p>
                      <a:pPr>
                        <a:buNone/>
                      </a:pPr>
                      <a:endParaRPr lang="en-US" sz="1400" dirty="0"/>
                    </a:p>
                  </a:txBody>
                  <a:tcPr marL="85498" marR="85498" marT="42749" marB="427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Courier New" panose="02070309020205020404" pitchFamily="49" charset="0"/>
                        </a:rPr>
                        <a:t>C_RHO(c,t)</a:t>
                      </a:r>
                      <a:endParaRPr lang="en-US" sz="1400"/>
                    </a:p>
                  </a:txBody>
                  <a:tcPr marL="85498" marR="85498" marT="42749" marB="427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Cell density</a:t>
                      </a:r>
                    </a:p>
                  </a:txBody>
                  <a:tcPr marL="85498" marR="85498" marT="42749" marB="427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9226680"/>
                  </a:ext>
                </a:extLst>
              </a:tr>
              <a:tr h="341993">
                <a:tc vMerge="1">
                  <a:txBody>
                    <a:bodyPr/>
                    <a:lstStyle/>
                    <a:p>
                      <a:pPr>
                        <a:buNone/>
                      </a:pPr>
                      <a:endParaRPr lang="en-US" sz="1400" dirty="0"/>
                    </a:p>
                  </a:txBody>
                  <a:tcPr marL="85498" marR="85498" marT="42749" marB="427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Courier New" panose="02070309020205020404" pitchFamily="49" charset="0"/>
                        </a:rPr>
                        <a:t>C_R(c,t)</a:t>
                      </a:r>
                      <a:endParaRPr lang="en-US" sz="1400"/>
                    </a:p>
                  </a:txBody>
                  <a:tcPr marL="85498" marR="85498" marT="42749" marB="427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Cell density (compressible flows)</a:t>
                      </a:r>
                    </a:p>
                  </a:txBody>
                  <a:tcPr marL="85498" marR="85498" marT="42749" marB="427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1119504"/>
                  </a:ext>
                </a:extLst>
              </a:tr>
              <a:tr h="341993">
                <a:tc rowSpan="2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/>
                        <a:t>Temperature</a:t>
                      </a:r>
                      <a:endParaRPr lang="en-US" sz="1400" dirty="0"/>
                    </a:p>
                  </a:txBody>
                  <a:tcPr marL="85498" marR="85498" marT="42749" marB="427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Courier New" panose="02070309020205020404" pitchFamily="49" charset="0"/>
                        </a:rPr>
                        <a:t>C_T(c,t)</a:t>
                      </a:r>
                      <a:endParaRPr lang="en-US" sz="1400"/>
                    </a:p>
                  </a:txBody>
                  <a:tcPr marL="85498" marR="85498" marT="42749" marB="427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Cell temperature</a:t>
                      </a:r>
                    </a:p>
                  </a:txBody>
                  <a:tcPr marL="85498" marR="85498" marT="42749" marB="427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7872479"/>
                  </a:ext>
                </a:extLst>
              </a:tr>
              <a:tr h="341993">
                <a:tc vMerge="1">
                  <a:txBody>
                    <a:bodyPr/>
                    <a:lstStyle/>
                    <a:p>
                      <a:pPr>
                        <a:buNone/>
                      </a:pPr>
                      <a:endParaRPr lang="en-US" sz="1400" dirty="0"/>
                    </a:p>
                  </a:txBody>
                  <a:tcPr marL="85498" marR="85498" marT="42749" marB="427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 dirty="0">
                          <a:latin typeface="Courier New" panose="02070309020205020404" pitchFamily="49" charset="0"/>
                        </a:rPr>
                        <a:t>C_WALL_TEMP(</a:t>
                      </a:r>
                      <a:r>
                        <a:rPr lang="fr-FR" sz="1400" dirty="0" err="1">
                          <a:latin typeface="Courier New" panose="02070309020205020404" pitchFamily="49" charset="0"/>
                        </a:rPr>
                        <a:t>c,t</a:t>
                      </a:r>
                      <a:r>
                        <a:rPr lang="fr-FR" sz="1400" dirty="0">
                          <a:latin typeface="Courier New" panose="02070309020205020404" pitchFamily="49" charset="0"/>
                        </a:rPr>
                        <a:t>)</a:t>
                      </a:r>
                      <a:endParaRPr lang="fr-FR" sz="1400" dirty="0"/>
                    </a:p>
                  </a:txBody>
                  <a:tcPr marL="85498" marR="85498" marT="42749" marB="427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Wall temperature</a:t>
                      </a:r>
                    </a:p>
                  </a:txBody>
                  <a:tcPr marL="85498" marR="85498" marT="42749" marB="427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6234443"/>
                  </a:ext>
                </a:extLst>
              </a:tr>
              <a:tr h="341993">
                <a:tc rowSpan="6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/>
                        <a:t>Turbulence</a:t>
                      </a:r>
                      <a:endParaRPr lang="en-US" sz="1400" dirty="0"/>
                    </a:p>
                  </a:txBody>
                  <a:tcPr marL="85498" marR="85498" marT="42749" marB="427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Courier New" panose="02070309020205020404" pitchFamily="49" charset="0"/>
                        </a:rPr>
                        <a:t>C_K(c,t)</a:t>
                      </a:r>
                      <a:endParaRPr lang="en-US" sz="1400"/>
                    </a:p>
                  </a:txBody>
                  <a:tcPr marL="85498" marR="85498" marT="42749" marB="427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Cell turbulent kinetic energy (k)</a:t>
                      </a:r>
                    </a:p>
                  </a:txBody>
                  <a:tcPr marL="85498" marR="85498" marT="42749" marB="427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2477258"/>
                  </a:ext>
                </a:extLst>
              </a:tr>
              <a:tr h="341993">
                <a:tc vMerge="1">
                  <a:txBody>
                    <a:bodyPr/>
                    <a:lstStyle/>
                    <a:p>
                      <a:pPr>
                        <a:buNone/>
                      </a:pPr>
                      <a:endParaRPr lang="en-US" sz="1400" dirty="0"/>
                    </a:p>
                  </a:txBody>
                  <a:tcPr marL="85498" marR="85498" marT="42749" marB="427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Courier New" panose="02070309020205020404" pitchFamily="49" charset="0"/>
                        </a:rPr>
                        <a:t>C_D(c,t)</a:t>
                      </a:r>
                      <a:endParaRPr lang="en-US" sz="1400"/>
                    </a:p>
                  </a:txBody>
                  <a:tcPr marL="85498" marR="85498" marT="42749" marB="427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Cell turbulent dissipation rate (</a:t>
                      </a:r>
                      <a:r>
                        <a:rPr lang="el-GR" sz="1400"/>
                        <a:t>ε)</a:t>
                      </a:r>
                    </a:p>
                  </a:txBody>
                  <a:tcPr marL="85498" marR="85498" marT="42749" marB="427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0581172"/>
                  </a:ext>
                </a:extLst>
              </a:tr>
              <a:tr h="341993">
                <a:tc vMerge="1">
                  <a:txBody>
                    <a:bodyPr/>
                    <a:lstStyle/>
                    <a:p>
                      <a:pPr>
                        <a:buNone/>
                      </a:pPr>
                      <a:endParaRPr lang="en-US" sz="1400" dirty="0"/>
                    </a:p>
                  </a:txBody>
                  <a:tcPr marL="85498" marR="85498" marT="42749" marB="427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Courier New" panose="02070309020205020404" pitchFamily="49" charset="0"/>
                        </a:rPr>
                        <a:t>C_O(c,t)</a:t>
                      </a:r>
                      <a:endParaRPr lang="en-US" sz="1400"/>
                    </a:p>
                  </a:txBody>
                  <a:tcPr marL="85498" marR="85498" marT="42749" marB="427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Cell specific dissipation rate (ω)</a:t>
                      </a:r>
                    </a:p>
                  </a:txBody>
                  <a:tcPr marL="85498" marR="85498" marT="42749" marB="427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6827675"/>
                  </a:ext>
                </a:extLst>
              </a:tr>
              <a:tr h="341993">
                <a:tc vMerge="1">
                  <a:txBody>
                    <a:bodyPr/>
                    <a:lstStyle/>
                    <a:p>
                      <a:pPr>
                        <a:buNone/>
                      </a:pPr>
                      <a:endParaRPr lang="en-US" sz="1400" dirty="0"/>
                    </a:p>
                  </a:txBody>
                  <a:tcPr marL="85498" marR="85498" marT="42749" marB="427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>
                          <a:latin typeface="Courier New" panose="02070309020205020404" pitchFamily="49" charset="0"/>
                        </a:rPr>
                        <a:t>C_MU_T(c,t)</a:t>
                      </a:r>
                      <a:endParaRPr lang="de-DE" sz="1400"/>
                    </a:p>
                  </a:txBody>
                  <a:tcPr marL="85498" marR="85498" marT="42749" marB="427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Cell turbulent viscosity</a:t>
                      </a:r>
                    </a:p>
                  </a:txBody>
                  <a:tcPr marL="85498" marR="85498" marT="42749" marB="427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0898542"/>
                  </a:ext>
                </a:extLst>
              </a:tr>
              <a:tr h="360244">
                <a:tc vMerge="1">
                  <a:txBody>
                    <a:bodyPr/>
                    <a:lstStyle/>
                    <a:p>
                      <a:pPr>
                        <a:buNone/>
                      </a:pPr>
                      <a:endParaRPr lang="en-US" sz="1400" dirty="0"/>
                    </a:p>
                  </a:txBody>
                  <a:tcPr marL="85498" marR="85498" marT="42749" marB="427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>
                          <a:latin typeface="Courier New" panose="02070309020205020404" pitchFamily="49" charset="0"/>
                        </a:rPr>
                        <a:t>C_MU_EFF(c,t)</a:t>
                      </a:r>
                      <a:endParaRPr lang="de-DE" sz="1400"/>
                    </a:p>
                  </a:txBody>
                  <a:tcPr marL="85498" marR="85498" marT="42749" marB="427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Cell effective viscosity</a:t>
                      </a:r>
                    </a:p>
                  </a:txBody>
                  <a:tcPr marL="85498" marR="85498" marT="42749" marB="427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997844"/>
                  </a:ext>
                </a:extLst>
              </a:tr>
              <a:tr h="341993">
                <a:tc vMerge="1">
                  <a:txBody>
                    <a:bodyPr/>
                    <a:lstStyle/>
                    <a:p>
                      <a:pPr>
                        <a:buNone/>
                      </a:pPr>
                      <a:endParaRPr lang="en-US" sz="1400" dirty="0"/>
                    </a:p>
                  </a:txBody>
                  <a:tcPr marL="85498" marR="85498" marT="42749" marB="427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Courier New" panose="02070309020205020404" pitchFamily="49" charset="0"/>
                        </a:rPr>
                        <a:t>C_NUT(c,t)</a:t>
                      </a:r>
                      <a:endParaRPr lang="en-US" sz="1400"/>
                    </a:p>
                  </a:txBody>
                  <a:tcPr marL="85498" marR="85498" marT="42749" marB="427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Cell </a:t>
                      </a:r>
                      <a:r>
                        <a:rPr lang="en-US" sz="1400" dirty="0" err="1"/>
                        <a:t>Spalart</a:t>
                      </a:r>
                      <a:r>
                        <a:rPr lang="en-US" sz="1400" dirty="0"/>
                        <a:t>-Allmaras turbulent viscosity</a:t>
                      </a:r>
                    </a:p>
                  </a:txBody>
                  <a:tcPr marL="85498" marR="85498" marT="42749" marB="427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2909572"/>
                  </a:ext>
                </a:extLst>
              </a:tr>
              <a:tr h="341993">
                <a:tc rowSpan="3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/>
                        <a:t>Energy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Courier New" panose="02070309020205020404" pitchFamily="49" charset="0"/>
                        </a:rPr>
                        <a:t>C_ENTHALPY(</a:t>
                      </a:r>
                      <a:r>
                        <a:rPr lang="en-US" sz="1400" dirty="0" err="1">
                          <a:latin typeface="Courier New" panose="02070309020205020404" pitchFamily="49" charset="0"/>
                        </a:rPr>
                        <a:t>c,t</a:t>
                      </a:r>
                      <a:r>
                        <a:rPr lang="en-US" sz="1400" dirty="0">
                          <a:latin typeface="Courier New" panose="02070309020205020404" pitchFamily="49" charset="0"/>
                        </a:rPr>
                        <a:t>)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Cell enthalpy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3376130"/>
                  </a:ext>
                </a:extLst>
              </a:tr>
              <a:tr h="341993">
                <a:tc vMerge="1">
                  <a:txBody>
                    <a:bodyPr/>
                    <a:lstStyle/>
                    <a:p>
                      <a:pPr>
                        <a:buNone/>
                      </a:pP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Courier New" panose="02070309020205020404" pitchFamily="49" charset="0"/>
                        </a:rPr>
                        <a:t>C_FMEAN(c,t)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Cell mean mixture fraction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3524374"/>
                  </a:ext>
                </a:extLst>
              </a:tr>
              <a:tr h="341993">
                <a:tc vMerge="1">
                  <a:txBody>
                    <a:bodyPr/>
                    <a:lstStyle/>
                    <a:p>
                      <a:pPr>
                        <a:buNone/>
                      </a:pP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Courier New" panose="02070309020205020404" pitchFamily="49" charset="0"/>
                        </a:rPr>
                        <a:t>C_FVAR(c,t)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Cell mixture fraction variance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84774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726547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854933-6041-A7A8-E577-B3467D064E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203E6A-3575-32F6-7239-A8C29A35DB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Cell Macros (2)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A1964B0-184C-573E-EA4E-DF341CA63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9E0DF-81F1-4789-B552-FAF4C5493E6A}" type="slidenum">
              <a:rPr lang="en-US" smtClean="0"/>
              <a:t>7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68A50DA-0CF0-20D0-97B5-36D472FC73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5293736"/>
              </p:ext>
            </p:extLst>
          </p:nvPr>
        </p:nvGraphicFramePr>
        <p:xfrm>
          <a:off x="1803690" y="681038"/>
          <a:ext cx="8918098" cy="6118681"/>
        </p:xfrm>
        <a:graphic>
          <a:graphicData uri="http://schemas.openxmlformats.org/drawingml/2006/table">
            <a:tbl>
              <a:tblPr/>
              <a:tblGrid>
                <a:gridCol w="2039754">
                  <a:extLst>
                    <a:ext uri="{9D8B030D-6E8A-4147-A177-3AD203B41FA5}">
                      <a16:colId xmlns:a16="http://schemas.microsoft.com/office/drawing/2014/main" val="1700099434"/>
                    </a:ext>
                  </a:extLst>
                </a:gridCol>
                <a:gridCol w="3396664">
                  <a:extLst>
                    <a:ext uri="{9D8B030D-6E8A-4147-A177-3AD203B41FA5}">
                      <a16:colId xmlns:a16="http://schemas.microsoft.com/office/drawing/2014/main" val="938283912"/>
                    </a:ext>
                  </a:extLst>
                </a:gridCol>
                <a:gridCol w="3481680">
                  <a:extLst>
                    <a:ext uri="{9D8B030D-6E8A-4147-A177-3AD203B41FA5}">
                      <a16:colId xmlns:a16="http://schemas.microsoft.com/office/drawing/2014/main" val="4223665918"/>
                    </a:ext>
                  </a:extLst>
                </a:gridCol>
              </a:tblGrid>
              <a:tr h="3419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/>
                        <a:t>Category</a:t>
                      </a:r>
                      <a:endParaRPr lang="en-US" sz="1400" dirty="0"/>
                    </a:p>
                  </a:txBody>
                  <a:tcPr marL="85498" marR="85498" marT="42749" marB="427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Macro</a:t>
                      </a:r>
                      <a:endParaRPr lang="en-US" sz="1400"/>
                    </a:p>
                  </a:txBody>
                  <a:tcPr marL="85498" marR="85498" marT="42749" marB="427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/>
                        <a:t>Description</a:t>
                      </a:r>
                      <a:endParaRPr lang="en-US" sz="1400" dirty="0"/>
                    </a:p>
                  </a:txBody>
                  <a:tcPr marL="85498" marR="85498" marT="42749" marB="4274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0797383"/>
                  </a:ext>
                </a:extLst>
              </a:tr>
              <a:tr h="341993">
                <a:tc rowSpan="2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/>
                        <a:t>Species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n-NO" sz="1400">
                          <a:latin typeface="Courier New" panose="02070309020205020404" pitchFamily="49" charset="0"/>
                        </a:rPr>
                        <a:t>C_YI(c,t,i)</a:t>
                      </a:r>
                      <a:endParaRPr lang="nn-NO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Cell mass fraction of species </a:t>
                      </a:r>
                      <a:r>
                        <a:rPr lang="en-US" sz="1400" dirty="0" err="1"/>
                        <a:t>i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2000937"/>
                  </a:ext>
                </a:extLst>
              </a:tr>
              <a:tr h="341993">
                <a:tc vMerge="1">
                  <a:txBody>
                    <a:bodyPr/>
                    <a:lstStyle/>
                    <a:p>
                      <a:pPr>
                        <a:buNone/>
                      </a:pP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Courier New" panose="02070309020205020404" pitchFamily="49" charset="0"/>
                        </a:rPr>
                        <a:t>C_MOLEF(c,t,i)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Cell mole fraction of species 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4992607"/>
                  </a:ext>
                </a:extLst>
              </a:tr>
              <a:tr h="341993">
                <a:tc rowSpan="4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/>
                        <a:t>Material Properties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Courier New" panose="02070309020205020404" pitchFamily="49" charset="0"/>
                        </a:rPr>
                        <a:t>C_LAMINAR_FLAME_SPEED(c,t)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Cell laminar flame speed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9758557"/>
                  </a:ext>
                </a:extLst>
              </a:tr>
              <a:tr h="341993">
                <a:tc vMerge="1">
                  <a:txBody>
                    <a:bodyPr/>
                    <a:lstStyle/>
                    <a:p>
                      <a:pPr>
                        <a:buNone/>
                      </a:pP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Courier New" panose="02070309020205020404" pitchFamily="49" charset="0"/>
                        </a:rPr>
                        <a:t>C_GRAVITY(c,t)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Gravitational acceleration at cell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0482549"/>
                  </a:ext>
                </a:extLst>
              </a:tr>
              <a:tr h="341993">
                <a:tc vMerge="1">
                  <a:txBody>
                    <a:bodyPr/>
                    <a:lstStyle/>
                    <a:p>
                      <a:pPr>
                        <a:buNone/>
                      </a:pP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Courier New" panose="02070309020205020404" pitchFamily="49" charset="0"/>
                        </a:rPr>
                        <a:t>C_CP(c,t)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Cell specific heat capacity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5673055"/>
                  </a:ext>
                </a:extLst>
              </a:tr>
              <a:tr h="341993">
                <a:tc vMerge="1">
                  <a:txBody>
                    <a:bodyPr/>
                    <a:lstStyle/>
                    <a:p>
                      <a:pPr>
                        <a:buNone/>
                      </a:pP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Courier New" panose="02070309020205020404" pitchFamily="49" charset="0"/>
                        </a:rPr>
                        <a:t>C_RGAS(c,t)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Cell gas constant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3094328"/>
                  </a:ext>
                </a:extLst>
              </a:tr>
              <a:tr h="341993">
                <a:tc rowSpan="4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/>
                        <a:t>Geometry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Courier New" panose="02070309020205020404" pitchFamily="49" charset="0"/>
                        </a:rPr>
                        <a:t>C_VOLUME(</a:t>
                      </a:r>
                      <a:r>
                        <a:rPr lang="en-US" sz="1400" dirty="0" err="1">
                          <a:latin typeface="Courier New" panose="02070309020205020404" pitchFamily="49" charset="0"/>
                        </a:rPr>
                        <a:t>c,t</a:t>
                      </a:r>
                      <a:r>
                        <a:rPr lang="en-US" sz="1400" dirty="0">
                          <a:latin typeface="Courier New" panose="02070309020205020404" pitchFamily="49" charset="0"/>
                        </a:rPr>
                        <a:t>)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Cell volume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840897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>
                        <a:buNone/>
                      </a:pP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>
                          <a:latin typeface="Courier New" panose="02070309020205020404" pitchFamily="49" charset="0"/>
                        </a:rPr>
                        <a:t>C_CENTROID(x,c,t)</a:t>
                      </a:r>
                      <a:endParaRPr lang="fr-FR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Cell centroid coordinates (returns array x[])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7770071"/>
                  </a:ext>
                </a:extLst>
              </a:tr>
              <a:tr h="341993">
                <a:tc vMerge="1">
                  <a:txBody>
                    <a:bodyPr/>
                    <a:lstStyle/>
                    <a:p>
                      <a:pPr>
                        <a:buNone/>
                      </a:pP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Courier New" panose="02070309020205020404" pitchFamily="49" charset="0"/>
                        </a:rPr>
                        <a:t>C_NNODES(c,t)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Number of nodes in a cell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9570151"/>
                  </a:ext>
                </a:extLst>
              </a:tr>
              <a:tr h="341993">
                <a:tc vMerge="1">
                  <a:txBody>
                    <a:bodyPr/>
                    <a:lstStyle/>
                    <a:p>
                      <a:pPr>
                        <a:buNone/>
                      </a:pP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Courier New" panose="02070309020205020404" pitchFamily="49" charset="0"/>
                        </a:rPr>
                        <a:t>C_NFACES(c,t)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Number of faces in a cell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2591509"/>
                  </a:ext>
                </a:extLst>
              </a:tr>
              <a:tr h="341993">
                <a:tc rowSpan="5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/>
                        <a:t>Gradients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Courier New" panose="02070309020205020404" pitchFamily="49" charset="0"/>
                        </a:rPr>
                        <a:t>C_U_G(c,t)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Gradient of x-velocity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3571709"/>
                  </a:ext>
                </a:extLst>
              </a:tr>
              <a:tr h="341993">
                <a:tc vMerge="1">
                  <a:txBody>
                    <a:bodyPr/>
                    <a:lstStyle/>
                    <a:p>
                      <a:pPr>
                        <a:buNone/>
                      </a:pP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Courier New" panose="02070309020205020404" pitchFamily="49" charset="0"/>
                        </a:rPr>
                        <a:t>C_V_G(</a:t>
                      </a:r>
                      <a:r>
                        <a:rPr lang="en-US" sz="1400" dirty="0" err="1">
                          <a:latin typeface="Courier New" panose="02070309020205020404" pitchFamily="49" charset="0"/>
                        </a:rPr>
                        <a:t>c,t</a:t>
                      </a:r>
                      <a:r>
                        <a:rPr lang="en-US" sz="1400" dirty="0">
                          <a:latin typeface="Courier New" panose="02070309020205020404" pitchFamily="49" charset="0"/>
                        </a:rPr>
                        <a:t>)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Gradient of y-velocity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6598753"/>
                  </a:ext>
                </a:extLst>
              </a:tr>
              <a:tr h="341993">
                <a:tc vMerge="1">
                  <a:txBody>
                    <a:bodyPr/>
                    <a:lstStyle/>
                    <a:p>
                      <a:pPr>
                        <a:buNone/>
                      </a:pP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 sz="1400">
                          <a:latin typeface="Courier New" panose="02070309020205020404" pitchFamily="49" charset="0"/>
                        </a:rPr>
                        <a:t>C_W_G(c,t)</a:t>
                      </a:r>
                      <a:endParaRPr lang="pl-PL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Gradient of z-velocity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5054031"/>
                  </a:ext>
                </a:extLst>
              </a:tr>
              <a:tr h="341993">
                <a:tc vMerge="1">
                  <a:txBody>
                    <a:bodyPr/>
                    <a:lstStyle/>
                    <a:p>
                      <a:pPr>
                        <a:buNone/>
                      </a:pP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Courier New" panose="02070309020205020404" pitchFamily="49" charset="0"/>
                        </a:rPr>
                        <a:t>C_T_G(c,t)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Gradient of temperature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5729368"/>
                  </a:ext>
                </a:extLst>
              </a:tr>
              <a:tr h="341993">
                <a:tc vMerge="1">
                  <a:txBody>
                    <a:bodyPr/>
                    <a:lstStyle/>
                    <a:p>
                      <a:pPr>
                        <a:buNone/>
                      </a:pP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Courier New" panose="02070309020205020404" pitchFamily="49" charset="0"/>
                        </a:rPr>
                        <a:t>C_P_G(c,t)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Gradient of pressure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5807267"/>
                  </a:ext>
                </a:extLst>
              </a:tr>
              <a:tr h="341993">
                <a:tc rowSpan="2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/>
                        <a:t>Multiphase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Courier New" panose="02070309020205020404" pitchFamily="49" charset="0"/>
                        </a:rPr>
                        <a:t>C_VOF(c,t,phase)</a:t>
                      </a:r>
                      <a:endParaRPr lang="en-US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Cell volume fraction of a phase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7176764"/>
                  </a:ext>
                </a:extLst>
              </a:tr>
              <a:tr h="341993">
                <a:tc vMerge="1">
                  <a:txBody>
                    <a:bodyPr/>
                    <a:lstStyle/>
                    <a:p>
                      <a:pPr>
                        <a:buNone/>
                      </a:pP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>
                          <a:latin typeface="Courier New" panose="02070309020205020404" pitchFamily="49" charset="0"/>
                        </a:rPr>
                        <a:t>C_PHASE_DIAMETER(c,t)</a:t>
                      </a:r>
                      <a:endParaRPr lang="de-DE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Cell phase diameter (dispersed phase)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58354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54838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7E5BC-CBE5-D405-EA4B-C807804369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Mesh Terminology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A75A95-8DAE-EACE-A5E6-4FE2D73B9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9E0DF-81F1-4789-B552-FAF4C5493E6A}" type="slidenum">
              <a:rPr lang="en-US" smtClean="0"/>
              <a:t>8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461F69F-0A7C-EC64-6E85-CB86234FB9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0443" y="1859360"/>
            <a:ext cx="3770792" cy="277545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7A28D71-7B84-1333-FF1B-F02DC72323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8449" y="1454332"/>
            <a:ext cx="4613109" cy="3483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52260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B00C3-B7AB-1A92-5B42-6A93A7F3E9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Basic UDF Syntax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B84793-9F64-5CB8-8BC5-2A1DBCEA10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" y="1751295"/>
            <a:ext cx="10620375" cy="35697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#include “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udf.h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”</a:t>
            </a:r>
          </a:p>
          <a:p>
            <a:pPr marL="0" indent="0">
              <a:buNone/>
            </a:pP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Define_</a:t>
            </a:r>
            <a:r>
              <a:rPr lang="en-US" b="1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UDFtype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b="1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UDFname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arg1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arg2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	real var1;</a:t>
            </a:r>
          </a:p>
          <a:p>
            <a:pPr marL="0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	var1 = 10*arg1 + arg2;</a:t>
            </a:r>
          </a:p>
          <a:p>
            <a:pPr marL="0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	return var1;</a:t>
            </a:r>
          </a:p>
          <a:p>
            <a:pPr marL="0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63231EC-610C-C923-0B62-2008C9589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9E0DF-81F1-4789-B552-FAF4C5493E6A}" type="slidenum">
              <a:rPr lang="en-US" smtClean="0"/>
              <a:t>9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2AEFDDB-CD00-F808-C69D-C5A6F5E1A647}"/>
              </a:ext>
            </a:extLst>
          </p:cNvPr>
          <p:cNvSpPr txBox="1"/>
          <p:nvPr/>
        </p:nvSpPr>
        <p:spPr>
          <a:xfrm>
            <a:off x="6557553" y="3348442"/>
            <a:ext cx="22642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Declare variables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E2331B7-4538-1D60-DAB5-C34917BB5CAC}"/>
              </a:ext>
            </a:extLst>
          </p:cNvPr>
          <p:cNvSpPr txBox="1"/>
          <p:nvPr/>
        </p:nvSpPr>
        <p:spPr>
          <a:xfrm>
            <a:off x="6557553" y="3859748"/>
            <a:ext cx="3701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Calculations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475FE63-A510-7A79-3C06-FC998CF257F2}"/>
              </a:ext>
            </a:extLst>
          </p:cNvPr>
          <p:cNvSpPr txBox="1"/>
          <p:nvPr/>
        </p:nvSpPr>
        <p:spPr>
          <a:xfrm>
            <a:off x="6557553" y="4371054"/>
            <a:ext cx="29609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Return value to the solver</a:t>
            </a:r>
          </a:p>
        </p:txBody>
      </p:sp>
    </p:spTree>
    <p:extLst>
      <p:ext uri="{BB962C8B-B14F-4D97-AF65-F5344CB8AC3E}">
        <p14:creationId xmlns:p14="http://schemas.microsoft.com/office/powerpoint/2010/main" val="14063091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32F70-6AEB-33F9-5CFE-58C3177B02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Access to activity files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A54A576-2F51-E38A-AA86-EF5E09815B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9E0DF-81F1-4789-B552-FAF4C5493E6A}" type="slidenum">
              <a:rPr lang="en-US" smtClean="0"/>
              <a:t>10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ADFFA75-52CA-8633-F6E8-EAFED37F977A}"/>
              </a:ext>
            </a:extLst>
          </p:cNvPr>
          <p:cNvSpPr txBox="1"/>
          <p:nvPr/>
        </p:nvSpPr>
        <p:spPr>
          <a:xfrm>
            <a:off x="100519" y="3167390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github.com/ayaazyasin/UDF_demo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0A3721A9-3DBC-DFB8-E6AF-AF5D735A6E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65348" y="1444555"/>
            <a:ext cx="3968890" cy="39688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713510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18B5FA-1CA2-8D57-FF64-CF5AFC7257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16627B-14EC-039F-9114-96A4910C9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 0 – Channel Flow</a:t>
            </a:r>
          </a:p>
        </p:txBody>
      </p:sp>
      <p:sp>
        <p:nvSpPr>
          <p:cNvPr id="38" name="Content Placeholder 37">
            <a:extLst>
              <a:ext uri="{FF2B5EF4-FFF2-40B4-BE49-F238E27FC236}">
                <a16:creationId xmlns:a16="http://schemas.microsoft.com/office/drawing/2014/main" id="{D53DC5CA-2184-9C79-3632-B368353E98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9007" y="2963719"/>
            <a:ext cx="5896993" cy="3213243"/>
          </a:xfrm>
        </p:spPr>
        <p:txBody>
          <a:bodyPr/>
          <a:lstStyle/>
          <a:p>
            <a:r>
              <a:rPr lang="en-US" dirty="0"/>
              <a:t>CFD setup</a:t>
            </a:r>
          </a:p>
          <a:p>
            <a:pPr lvl="1"/>
            <a:r>
              <a:rPr lang="en-US" dirty="0"/>
              <a:t>Incompressible flow</a:t>
            </a:r>
          </a:p>
          <a:p>
            <a:pPr lvl="1"/>
            <a:r>
              <a:rPr lang="en-US" dirty="0"/>
              <a:t>Water from Fluent library</a:t>
            </a:r>
          </a:p>
          <a:p>
            <a:pPr lvl="1"/>
            <a:r>
              <a:rPr lang="en-US" dirty="0"/>
              <a:t>200x20 quad mesh cells</a:t>
            </a:r>
          </a:p>
          <a:p>
            <a:pPr lvl="1"/>
            <a:r>
              <a:rPr lang="en-US" dirty="0"/>
              <a:t>Solver: Laminar SIMPLE</a:t>
            </a:r>
          </a:p>
          <a:p>
            <a:pPr lvl="1"/>
            <a:r>
              <a:rPr lang="en-US" dirty="0"/>
              <a:t>Convergence 1e-4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AD76E0C-9288-9F6C-2F71-73163AF79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9E0DF-81F1-4789-B552-FAF4C5493E6A}" type="slidenum">
              <a:rPr lang="en-US" smtClean="0"/>
              <a:t>11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2B58738-9027-F825-56A8-632517F25BE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l="182" t="2204" r="295" b="2204"/>
          <a:stretch>
            <a:fillRect/>
          </a:stretch>
        </p:blipFill>
        <p:spPr>
          <a:xfrm>
            <a:off x="1398494" y="1159583"/>
            <a:ext cx="9395012" cy="952590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FC4046B-E4C6-8454-D0D5-1C400EF0D395}"/>
              </a:ext>
            </a:extLst>
          </p:cNvPr>
          <p:cNvCxnSpPr>
            <a:cxnSpLocks/>
          </p:cNvCxnSpPr>
          <p:nvPr/>
        </p:nvCxnSpPr>
        <p:spPr>
          <a:xfrm flipV="1">
            <a:off x="9249793" y="1168276"/>
            <a:ext cx="0" cy="467602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49F6F02-388B-EB42-BD10-85E6C26C988C}"/>
              </a:ext>
            </a:extLst>
          </p:cNvPr>
          <p:cNvCxnSpPr>
            <a:cxnSpLocks/>
          </p:cNvCxnSpPr>
          <p:nvPr/>
        </p:nvCxnSpPr>
        <p:spPr>
          <a:xfrm>
            <a:off x="1398494" y="1050370"/>
            <a:ext cx="9395012" cy="0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E3863DE-A268-7C12-3BC0-A44C66935C79}"/>
                  </a:ext>
                </a:extLst>
              </p:cNvPr>
              <p:cNvSpPr txBox="1"/>
              <p:nvPr/>
            </p:nvSpPr>
            <p:spPr>
              <a:xfrm>
                <a:off x="5471161" y="681038"/>
                <a:ext cx="124967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𝑳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n-US" b="1" dirty="0"/>
                  <a:t>10 m</a:t>
                </a:r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E3863DE-A268-7C12-3BC0-A44C66935C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1161" y="681038"/>
                <a:ext cx="1249678" cy="369332"/>
              </a:xfrm>
              <a:prstGeom prst="rect">
                <a:avLst/>
              </a:prstGeom>
              <a:blipFill>
                <a:blip r:embed="rId3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4991B69-7487-EE65-47CE-A1A34BE28801}"/>
                  </a:ext>
                </a:extLst>
              </p:cNvPr>
              <p:cNvSpPr txBox="1"/>
              <p:nvPr/>
            </p:nvSpPr>
            <p:spPr>
              <a:xfrm>
                <a:off x="7989096" y="1235037"/>
                <a:ext cx="126069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𝒉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n-US" b="1" dirty="0"/>
                  <a:t>0.05 m</a:t>
                </a:r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4991B69-7487-EE65-47CE-A1A34BE288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9096" y="1235037"/>
                <a:ext cx="1260698" cy="369332"/>
              </a:xfrm>
              <a:prstGeom prst="rect">
                <a:avLst/>
              </a:prstGeom>
              <a:blipFill>
                <a:blip r:embed="rId4"/>
                <a:stretch>
                  <a:fillRect t="-10000" r="-4369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54705F2-0829-95BC-2D81-9F9A7482CDA2}"/>
              </a:ext>
            </a:extLst>
          </p:cNvPr>
          <p:cNvCxnSpPr/>
          <p:nvPr/>
        </p:nvCxnSpPr>
        <p:spPr>
          <a:xfrm>
            <a:off x="528917" y="1337240"/>
            <a:ext cx="717177" cy="0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EAE8D4C-D6EE-6276-645B-D82AF45A0AE6}"/>
              </a:ext>
            </a:extLst>
          </p:cNvPr>
          <p:cNvCxnSpPr/>
          <p:nvPr/>
        </p:nvCxnSpPr>
        <p:spPr>
          <a:xfrm>
            <a:off x="528917" y="1489640"/>
            <a:ext cx="717177" cy="0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CFE80602-1379-7AFB-AD0D-1165FC2B3BFE}"/>
              </a:ext>
            </a:extLst>
          </p:cNvPr>
          <p:cNvCxnSpPr/>
          <p:nvPr/>
        </p:nvCxnSpPr>
        <p:spPr>
          <a:xfrm>
            <a:off x="528917" y="1642040"/>
            <a:ext cx="717177" cy="0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984EE3ED-2EFE-F6F7-8C55-82A4FFCB873C}"/>
              </a:ext>
            </a:extLst>
          </p:cNvPr>
          <p:cNvCxnSpPr/>
          <p:nvPr/>
        </p:nvCxnSpPr>
        <p:spPr>
          <a:xfrm>
            <a:off x="528917" y="1794440"/>
            <a:ext cx="717177" cy="0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5F670297-E2E3-A324-5E35-B9D2AE670373}"/>
              </a:ext>
            </a:extLst>
          </p:cNvPr>
          <p:cNvCxnSpPr/>
          <p:nvPr/>
        </p:nvCxnSpPr>
        <p:spPr>
          <a:xfrm>
            <a:off x="528917" y="1946840"/>
            <a:ext cx="717177" cy="0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38C9865F-5896-9373-D73F-517117D9D3B6}"/>
                  </a:ext>
                </a:extLst>
              </p:cNvPr>
              <p:cNvSpPr txBox="1"/>
              <p:nvPr/>
            </p:nvSpPr>
            <p:spPr>
              <a:xfrm>
                <a:off x="59161" y="2055915"/>
                <a:ext cx="178909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𝑼</m:t>
                        </m:r>
                      </m:e>
                      <m:sub>
                        <m:r>
                          <a:rPr lang="en-US" b="1" i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𝐢𝐧</m:t>
                        </m:r>
                      </m:sub>
                    </m:sSub>
                    <m:r>
                      <a:rPr lang="en-US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n-US" b="1" dirty="0">
                    <a:solidFill>
                      <a:srgbClr val="0070C0"/>
                    </a:solidFill>
                  </a:rPr>
                  <a:t>0.005 m/s</a:t>
                </a:r>
              </a:p>
              <a:p>
                <a:pPr algn="ctr"/>
                <a:r>
                  <a:rPr lang="en-US" b="1" dirty="0">
                    <a:solidFill>
                      <a:srgbClr val="0070C0"/>
                    </a:solidFill>
                  </a:rPr>
                  <a:t>uniform</a:t>
                </a:r>
              </a:p>
            </p:txBody>
          </p:sp>
        </mc:Choice>
        <mc:Fallback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38C9865F-5896-9373-D73F-517117D9D3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61" y="2055915"/>
                <a:ext cx="1789094" cy="646331"/>
              </a:xfrm>
              <a:prstGeom prst="rect">
                <a:avLst/>
              </a:prstGeom>
              <a:blipFill>
                <a:blip r:embed="rId5"/>
                <a:stretch>
                  <a:fillRect t="-4717" r="-1706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C76817C3-BEA3-98B3-B9E0-515085204FF6}"/>
              </a:ext>
            </a:extLst>
          </p:cNvPr>
          <p:cNvCxnSpPr/>
          <p:nvPr/>
        </p:nvCxnSpPr>
        <p:spPr>
          <a:xfrm>
            <a:off x="10915421" y="1337240"/>
            <a:ext cx="717177" cy="0"/>
          </a:xfrm>
          <a:prstGeom prst="line">
            <a:avLst/>
          </a:prstGeom>
          <a:ln w="38100"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FD64252D-9235-B147-E1B6-3636AAA2D82D}"/>
              </a:ext>
            </a:extLst>
          </p:cNvPr>
          <p:cNvCxnSpPr/>
          <p:nvPr/>
        </p:nvCxnSpPr>
        <p:spPr>
          <a:xfrm>
            <a:off x="10915421" y="1489640"/>
            <a:ext cx="717177" cy="0"/>
          </a:xfrm>
          <a:prstGeom prst="line">
            <a:avLst/>
          </a:prstGeom>
          <a:ln w="38100"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2F8DA83A-8082-0B0B-8D15-6A299B794659}"/>
              </a:ext>
            </a:extLst>
          </p:cNvPr>
          <p:cNvCxnSpPr/>
          <p:nvPr/>
        </p:nvCxnSpPr>
        <p:spPr>
          <a:xfrm>
            <a:off x="10915421" y="1642040"/>
            <a:ext cx="717177" cy="0"/>
          </a:xfrm>
          <a:prstGeom prst="line">
            <a:avLst/>
          </a:prstGeom>
          <a:ln w="38100"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C06C1041-C886-4C9B-49F2-2928D6B0711E}"/>
              </a:ext>
            </a:extLst>
          </p:cNvPr>
          <p:cNvCxnSpPr/>
          <p:nvPr/>
        </p:nvCxnSpPr>
        <p:spPr>
          <a:xfrm>
            <a:off x="10915421" y="1794440"/>
            <a:ext cx="717177" cy="0"/>
          </a:xfrm>
          <a:prstGeom prst="line">
            <a:avLst/>
          </a:prstGeom>
          <a:ln w="38100"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C71C90C6-85F0-3FA4-EB86-679390CBA83A}"/>
              </a:ext>
            </a:extLst>
          </p:cNvPr>
          <p:cNvCxnSpPr/>
          <p:nvPr/>
        </p:nvCxnSpPr>
        <p:spPr>
          <a:xfrm>
            <a:off x="10915421" y="1946840"/>
            <a:ext cx="717177" cy="0"/>
          </a:xfrm>
          <a:prstGeom prst="line">
            <a:avLst/>
          </a:prstGeom>
          <a:ln w="38100"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4D72808A-687F-07FC-E8B0-33C94F62C994}"/>
              </a:ext>
            </a:extLst>
          </p:cNvPr>
          <p:cNvSpPr txBox="1"/>
          <p:nvPr/>
        </p:nvSpPr>
        <p:spPr>
          <a:xfrm>
            <a:off x="10696678" y="1941406"/>
            <a:ext cx="10470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zero pressure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1" name="Content Placeholder 37">
                <a:extLst>
                  <a:ext uri="{FF2B5EF4-FFF2-40B4-BE49-F238E27FC236}">
                    <a16:creationId xmlns:a16="http://schemas.microsoft.com/office/drawing/2014/main" id="{2FB373FF-D241-26AF-1AC3-B9380B6AF5F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844988" y="2922676"/>
                <a:ext cx="5988424" cy="321324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/>
                  <a:t>Analytical solution</a:t>
                </a:r>
              </a:p>
              <a:p>
                <a:pPr lvl="1"/>
                <a:r>
                  <a:rPr lang="en-US" dirty="0"/>
                  <a:t>Fully-developed parabolic velocity profile</a:t>
                </a:r>
              </a:p>
              <a:p>
                <a:pPr lvl="1"/>
                <a:endParaRPr lang="en-US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in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41" name="Content Placeholder 37">
                <a:extLst>
                  <a:ext uri="{FF2B5EF4-FFF2-40B4-BE49-F238E27FC236}">
                    <a16:creationId xmlns:a16="http://schemas.microsoft.com/office/drawing/2014/main" id="{2FB373FF-D241-26AF-1AC3-B9380B6AF5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4988" y="2922676"/>
                <a:ext cx="5988424" cy="3213243"/>
              </a:xfrm>
              <a:prstGeom prst="rect">
                <a:avLst/>
              </a:prstGeom>
              <a:blipFill>
                <a:blip r:embed="rId6"/>
                <a:stretch>
                  <a:fillRect l="-1833" t="-3030" r="-7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132467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A7BFA8-BFE0-7328-73ED-B92C2D0022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 0 – Channel Flow (results)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86D656B-702A-CFC3-E38A-5A07FB473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9E0DF-81F1-4789-B552-FAF4C5493E6A}" type="slidenum">
              <a:rPr lang="en-US" smtClean="0"/>
              <a:t>12</a:t>
            </a:fld>
            <a:endParaRPr lang="en-US"/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D635A57A-33B7-E0A0-3367-6BD98A11A9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152" b="14972"/>
          <a:stretch>
            <a:fillRect/>
          </a:stretch>
        </p:blipFill>
        <p:spPr>
          <a:xfrm>
            <a:off x="0" y="588524"/>
            <a:ext cx="12192000" cy="2840476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7011479E-FCE0-B17B-A3A8-362EE6F7E4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0778" y="2915956"/>
            <a:ext cx="5890443" cy="3836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80312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0880C4-AF7A-094A-6867-0C3375D0E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8BF4A-C4AC-74B7-4E58-473CB8636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 1 – Define Fully-Developed Inlet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6AEBF4-B462-1821-08F5-BC490B32E9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9007" y="790112"/>
            <a:ext cx="11793986" cy="2499935"/>
          </a:xfrm>
        </p:spPr>
        <p:txBody>
          <a:bodyPr>
            <a:normAutofit/>
          </a:bodyPr>
          <a:lstStyle/>
          <a:p>
            <a:r>
              <a:rPr lang="en-US" dirty="0"/>
              <a:t>Use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inletProfile.c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/>
              <a:t>to define the inlet velocity.</a:t>
            </a:r>
          </a:p>
          <a:p>
            <a:pPr lvl="1"/>
            <a:r>
              <a:rPr lang="en-US" dirty="0"/>
              <a:t>Move file to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\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UDF_demo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\UDF_demo_files\dp0\FLU\Fluent\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libudf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>
                <a:cs typeface="Courier New" panose="02070309020205020404" pitchFamily="49" charset="0"/>
              </a:rPr>
              <a:t>Compile UDF in Fluent, check </a:t>
            </a:r>
            <a:r>
              <a:rPr lang="en-US" i="1" dirty="0">
                <a:cs typeface="Courier New" panose="02070309020205020404" pitchFamily="49" charset="0"/>
              </a:rPr>
              <a:t>built-in compiler.</a:t>
            </a:r>
            <a:endParaRPr lang="en-US" dirty="0">
              <a:cs typeface="Courier New" panose="02070309020205020404" pitchFamily="49" charset="0"/>
            </a:endParaRPr>
          </a:p>
          <a:p>
            <a:pPr lvl="1"/>
            <a:r>
              <a:rPr lang="en-US" dirty="0">
                <a:cs typeface="Courier New" panose="02070309020205020404" pitchFamily="49" charset="0"/>
              </a:rPr>
              <a:t>Attach to </a:t>
            </a:r>
            <a:r>
              <a:rPr lang="en-US" b="1" dirty="0">
                <a:cs typeface="Courier New" panose="02070309020205020404" pitchFamily="49" charset="0"/>
              </a:rPr>
              <a:t>inlet boundary condition</a:t>
            </a:r>
            <a:r>
              <a:rPr lang="en-US" dirty="0">
                <a:cs typeface="Courier New" panose="02070309020205020404" pitchFamily="49" charset="0"/>
              </a:rPr>
              <a:t>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60AE791-3CE0-1D22-D96D-0A80ACEAC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9E0DF-81F1-4789-B552-FAF4C5493E6A}" type="slidenum">
              <a:rPr lang="en-US" smtClean="0"/>
              <a:t>13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B714DAC-C5C0-2FE6-8CED-DAB3CBBE95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672" b="17433"/>
          <a:stretch>
            <a:fillRect/>
          </a:stretch>
        </p:blipFill>
        <p:spPr>
          <a:xfrm>
            <a:off x="0" y="3500236"/>
            <a:ext cx="12192000" cy="2645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66972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6972C8-0B2E-A801-56DC-9C284C9531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4CC4AD78-D428-0701-6CD1-F99200F589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918192"/>
            <a:ext cx="12192000" cy="16207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7D17688-F48B-5A99-7587-7D62435EE0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 2 – Simulated laser heating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6A1572-BD1D-937E-CB39-A85623AFDE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9007" y="790112"/>
            <a:ext cx="11793986" cy="1737935"/>
          </a:xfrm>
        </p:spPr>
        <p:txBody>
          <a:bodyPr>
            <a:normAutofit/>
          </a:bodyPr>
          <a:lstStyle/>
          <a:p>
            <a:r>
              <a:rPr lang="en-US" dirty="0"/>
              <a:t>Use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heatSource.c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/>
              <a:t>to define the inlet velocity.</a:t>
            </a:r>
          </a:p>
          <a:p>
            <a:pPr lvl="1"/>
            <a:r>
              <a:rPr lang="en-US" dirty="0"/>
              <a:t>Move file to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\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UDF_demo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\UDF_demo_files\dp0\FLU\Fluent\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libudf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>
                <a:cs typeface="Courier New" panose="02070309020205020404" pitchFamily="49" charset="0"/>
              </a:rPr>
              <a:t>Compile UDF in Fluent, check </a:t>
            </a:r>
            <a:r>
              <a:rPr lang="en-US" i="1" dirty="0">
                <a:cs typeface="Courier New" panose="02070309020205020404" pitchFamily="49" charset="0"/>
              </a:rPr>
              <a:t>built-in compiler.</a:t>
            </a:r>
            <a:endParaRPr lang="en-US" dirty="0">
              <a:cs typeface="Courier New" panose="02070309020205020404" pitchFamily="49" charset="0"/>
            </a:endParaRPr>
          </a:p>
          <a:p>
            <a:pPr lvl="1"/>
            <a:r>
              <a:rPr lang="en-US" dirty="0">
                <a:cs typeface="Courier New" panose="02070309020205020404" pitchFamily="49" charset="0"/>
              </a:rPr>
              <a:t>Attach to </a:t>
            </a:r>
            <a:r>
              <a:rPr lang="en-US" b="1" dirty="0">
                <a:cs typeface="Courier New" panose="02070309020205020404" pitchFamily="49" charset="0"/>
              </a:rPr>
              <a:t>fluid domain</a:t>
            </a:r>
            <a:r>
              <a:rPr lang="en-US" dirty="0">
                <a:cs typeface="Courier New" panose="02070309020205020404" pitchFamily="49" charset="0"/>
              </a:rPr>
              <a:t>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1409A2A-8654-3CB3-E946-023E7BEDC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9E0DF-81F1-4789-B552-FAF4C5493E6A}" type="slidenum">
              <a:rPr lang="en-US" smtClean="0"/>
              <a:t>14</a:t>
            </a:fld>
            <a:endParaRPr lang="en-US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802C017B-754B-117A-473F-A5EF57D85B47}"/>
              </a:ext>
            </a:extLst>
          </p:cNvPr>
          <p:cNvSpPr txBox="1">
            <a:spLocks/>
          </p:cNvSpPr>
          <p:nvPr/>
        </p:nvSpPr>
        <p:spPr>
          <a:xfrm>
            <a:off x="199007" y="2898281"/>
            <a:ext cx="11793986" cy="5307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cs typeface="Courier New" panose="02070309020205020404" pitchFamily="49" charset="0"/>
              </a:rPr>
              <a:t>The laser heating is simulated as a 2D Gaussian: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2079861-CEA7-06B2-02BF-140710320631}"/>
                  </a:ext>
                </a:extLst>
              </p:cNvPr>
              <p:cNvSpPr txBox="1"/>
              <p:nvPr/>
            </p:nvSpPr>
            <p:spPr>
              <a:xfrm>
                <a:off x="504034" y="3588203"/>
                <a:ext cx="6100581" cy="83734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𝑄</m:t>
                      </m:r>
                      <m:d>
                        <m:d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 err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i="1" dirty="0" err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 dirty="0" err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400" i="1" dirty="0" smtClean="0">
                          <a:latin typeface="Cambria Math" panose="02040503050406030204" pitchFamily="18" charset="0"/>
                        </a:rPr>
                        <m:t>exp</m:t>
                      </m:r>
                      <m:d>
                        <m:d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2400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i="1" dirty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sz="2400" i="1" dirty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sz="24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i="1" dirty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2400" i="1" dirty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24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i="1" dirty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  <m:r>
                                        <a:rPr lang="en-US" sz="2400" i="1" dirty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sz="24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i="1" dirty="0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sz="2400" i="1" dirty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2079861-CEA7-06B2-02BF-1407103206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034" y="3588203"/>
                <a:ext cx="6100581" cy="83734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DBD68A8-A688-75C2-0125-8285E1E3C4CC}"/>
                  </a:ext>
                </a:extLst>
              </p:cNvPr>
              <p:cNvSpPr txBox="1"/>
              <p:nvPr/>
            </p:nvSpPr>
            <p:spPr>
              <a:xfrm>
                <a:off x="9249793" y="2978030"/>
                <a:ext cx="1030410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=0.05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DBD68A8-A688-75C2-0125-8285E1E3C4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49793" y="2978030"/>
                <a:ext cx="1030410" cy="307777"/>
              </a:xfrm>
              <a:prstGeom prst="rect">
                <a:avLst/>
              </a:prstGeom>
              <a:blipFill>
                <a:blip r:embed="rId4"/>
                <a:stretch>
                  <a:fillRect l="-2959" r="-5917" b="-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DB9E9FD-5BE6-2A2F-78F5-D39266423E86}"/>
                  </a:ext>
                </a:extLst>
              </p:cNvPr>
              <p:cNvSpPr txBox="1"/>
              <p:nvPr/>
            </p:nvSpPr>
            <p:spPr>
              <a:xfrm>
                <a:off x="9249793" y="3316278"/>
                <a:ext cx="984180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=0.1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DB9E9FD-5BE6-2A2F-78F5-D39266423E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49793" y="3316278"/>
                <a:ext cx="984180" cy="307777"/>
              </a:xfrm>
              <a:prstGeom prst="rect">
                <a:avLst/>
              </a:prstGeom>
              <a:blipFill>
                <a:blip r:embed="rId5"/>
                <a:stretch>
                  <a:fillRect l="-3086" r="-5556" b="-1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6843F31-CF4F-7D48-4A1F-5903B441BC3F}"/>
                  </a:ext>
                </a:extLst>
              </p:cNvPr>
              <p:cNvSpPr txBox="1"/>
              <p:nvPr/>
            </p:nvSpPr>
            <p:spPr>
              <a:xfrm>
                <a:off x="9249793" y="3738801"/>
                <a:ext cx="1129605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=0.04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6843F31-CF4F-7D48-4A1F-5903B441BC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49793" y="3738801"/>
                <a:ext cx="1129605" cy="307777"/>
              </a:xfrm>
              <a:prstGeom prst="rect">
                <a:avLst/>
              </a:prstGeom>
              <a:blipFill>
                <a:blip r:embed="rId6"/>
                <a:stretch>
                  <a:fillRect l="-4839" r="-4839" b="-235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F5EE36B-4F95-7FE6-56EB-6493FE740824}"/>
                  </a:ext>
                </a:extLst>
              </p:cNvPr>
              <p:cNvSpPr txBox="1"/>
              <p:nvPr/>
            </p:nvSpPr>
            <p:spPr>
              <a:xfrm>
                <a:off x="9249792" y="4161767"/>
                <a:ext cx="1082156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p>
                      </m:sSup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F5EE36B-4F95-7FE6-56EB-6493FE7408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49792" y="4161767"/>
                <a:ext cx="1082156" cy="307777"/>
              </a:xfrm>
              <a:prstGeom prst="rect">
                <a:avLst/>
              </a:prstGeom>
              <a:blipFill>
                <a:blip r:embed="rId7"/>
                <a:stretch>
                  <a:fillRect l="-7303" t="-2000" r="-562" b="-2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937193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94506-F20D-158F-EAD4-61964397D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 2 – Simulated laser heating (results)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BA52B8E-9546-28DE-145C-72B72C7A5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9E0DF-81F1-4789-B552-FAF4C5493E6A}" type="slidenum">
              <a:rPr lang="en-US" smtClean="0"/>
              <a:t>15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5B08E2A-DE05-17BC-0EC6-01319AC72B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149" b="17672"/>
          <a:stretch>
            <a:fillRect/>
          </a:stretch>
        </p:blipFill>
        <p:spPr>
          <a:xfrm>
            <a:off x="0" y="2210323"/>
            <a:ext cx="12192000" cy="2616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74786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D05DBB-D999-B2EC-1FE2-1332C1F0B0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B8FCF1-9637-D076-4A4B-0DD945419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 3 – Temperature-dependent viscosity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9FA0EF-1EAE-B43C-B9AF-6F1F9421F1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9007" y="790112"/>
            <a:ext cx="11793986" cy="2499935"/>
          </a:xfrm>
        </p:spPr>
        <p:txBody>
          <a:bodyPr>
            <a:normAutofit/>
          </a:bodyPr>
          <a:lstStyle/>
          <a:p>
            <a:r>
              <a:rPr lang="en-US" dirty="0"/>
              <a:t>Use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viscosityTemp.c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/>
              <a:t>to define the inlet velocity.</a:t>
            </a:r>
          </a:p>
          <a:p>
            <a:pPr lvl="1"/>
            <a:r>
              <a:rPr lang="en-US" dirty="0"/>
              <a:t>Move file to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\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UDF_demo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\UDF_demo_files\dp0\FLU\Fluent\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libudf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>
                <a:cs typeface="Courier New" panose="02070309020205020404" pitchFamily="49" charset="0"/>
              </a:rPr>
              <a:t>Compile UDF in Fluent, check </a:t>
            </a:r>
            <a:r>
              <a:rPr lang="en-US" i="1" dirty="0">
                <a:cs typeface="Courier New" panose="02070309020205020404" pitchFamily="49" charset="0"/>
              </a:rPr>
              <a:t>built-in compiler.</a:t>
            </a:r>
            <a:endParaRPr lang="en-US" dirty="0">
              <a:cs typeface="Courier New" panose="02070309020205020404" pitchFamily="49" charset="0"/>
            </a:endParaRPr>
          </a:p>
          <a:p>
            <a:pPr lvl="1"/>
            <a:r>
              <a:rPr lang="en-US" dirty="0">
                <a:cs typeface="Courier New" panose="02070309020205020404" pitchFamily="49" charset="0"/>
              </a:rPr>
              <a:t>Attach to </a:t>
            </a:r>
            <a:r>
              <a:rPr lang="en-US" b="1" dirty="0">
                <a:cs typeface="Courier New" panose="02070309020205020404" pitchFamily="49" charset="0"/>
              </a:rPr>
              <a:t>material property</a:t>
            </a:r>
            <a:r>
              <a:rPr lang="en-US" dirty="0">
                <a:cs typeface="Courier New" panose="02070309020205020404" pitchFamily="49" charset="0"/>
              </a:rPr>
              <a:t>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D437F61-8973-745E-004D-71E7FEA42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9E0DF-81F1-4789-B552-FAF4C5493E6A}" type="slidenum">
              <a:rPr lang="en-US" smtClean="0"/>
              <a:t>16</a:t>
            </a:fld>
            <a:endParaRPr lang="en-US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36EC0400-A3E2-A2F7-D97C-EA80921B4307}"/>
              </a:ext>
            </a:extLst>
          </p:cNvPr>
          <p:cNvSpPr txBox="1">
            <a:spLocks/>
          </p:cNvSpPr>
          <p:nvPr/>
        </p:nvSpPr>
        <p:spPr>
          <a:xfrm>
            <a:off x="199007" y="2539440"/>
            <a:ext cx="11793986" cy="5307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cs typeface="Courier New" panose="02070309020205020404" pitchFamily="49" charset="0"/>
              </a:rPr>
              <a:t>Viscosity is simulated as a function of temperature.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9C1452C-21F0-7B40-34FB-451F229C14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338" y="3191435"/>
            <a:ext cx="4721368" cy="343482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AB30083-6C5D-9D13-E8BD-D7A74265BE66}"/>
                  </a:ext>
                </a:extLst>
              </p:cNvPr>
              <p:cNvSpPr txBox="1"/>
              <p:nvPr/>
            </p:nvSpPr>
            <p:spPr>
              <a:xfrm>
                <a:off x="-91985" y="3591013"/>
                <a:ext cx="6096000" cy="5786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800" b="0" i="1" dirty="0" smtClean="0">
                          <a:solidFill>
                            <a:srgbClr val="121212"/>
                          </a:solidFill>
                          <a:effectLst/>
                          <a:latin typeface="Cambria Math" panose="02040503050406030204" pitchFamily="18" charset="0"/>
                        </a:rPr>
                        <m:t>𝜇</m:t>
                      </m:r>
                      <m:d>
                        <m:dPr>
                          <m:ctrlPr>
                            <a:rPr lang="de-DE" sz="2800" b="0" i="1" dirty="0">
                              <a:solidFill>
                                <a:srgbClr val="121212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sz="2800" b="0" i="1" dirty="0">
                              <a:solidFill>
                                <a:srgbClr val="121212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r>
                        <a:rPr lang="de-DE" sz="2800" b="0" i="1" dirty="0">
                          <a:solidFill>
                            <a:srgbClr val="121212"/>
                          </a:solidFill>
                          <a:effectLst/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de-DE" sz="2800" b="0" i="1" dirty="0">
                              <a:solidFill>
                                <a:srgbClr val="121212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800" b="0" i="1" dirty="0" smtClean="0">
                              <a:solidFill>
                                <a:srgbClr val="121212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800" b="0" i="0" dirty="0" smtClean="0">
                              <a:solidFill>
                                <a:srgbClr val="121212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ref</m:t>
                          </m:r>
                        </m:sub>
                      </m:sSub>
                      <m:r>
                        <a:rPr lang="de-DE" sz="2800" b="0" i="1" dirty="0" smtClean="0">
                          <a:solidFill>
                            <a:srgbClr val="121212"/>
                          </a:solidFill>
                          <a:effectLst/>
                          <a:latin typeface="Cambria Math" panose="02040503050406030204" pitchFamily="18" charset="0"/>
                        </a:rPr>
                        <m:t>⋅</m:t>
                      </m:r>
                      <m:func>
                        <m:funcPr>
                          <m:ctrlPr>
                            <a:rPr lang="de-DE" sz="2800" b="0" i="1" dirty="0" smtClean="0">
                              <a:solidFill>
                                <a:srgbClr val="121212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de-DE" sz="2800" b="0" i="0" dirty="0" smtClean="0">
                              <a:solidFill>
                                <a:srgbClr val="121212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n-US" sz="2800" b="0" i="1" dirty="0" smtClean="0">
                                  <a:solidFill>
                                    <a:srgbClr val="121212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sz="2800" b="0" i="1" dirty="0" smtClean="0">
                                  <a:solidFill>
                                    <a:srgbClr val="121212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de-DE" sz="2800" b="0" i="1" dirty="0" smtClean="0">
                                  <a:solidFill>
                                    <a:srgbClr val="121212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  <m:d>
                                <m:dPr>
                                  <m:ctrlPr>
                                    <a:rPr lang="de-DE" sz="2800" b="0" i="1" dirty="0">
                                      <a:solidFill>
                                        <a:srgbClr val="121212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de-DE" sz="2800" b="0" i="1" dirty="0">
                                      <a:solidFill>
                                        <a:srgbClr val="121212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  <m:r>
                                    <a:rPr lang="de-DE" sz="2800" b="0" i="1" dirty="0">
                                      <a:solidFill>
                                        <a:srgbClr val="121212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 − </m:t>
                                  </m:r>
                                  <m:sSub>
                                    <m:sSubPr>
                                      <m:ctrlPr>
                                        <a:rPr lang="de-DE" sz="2800" b="0" i="1" dirty="0">
                                          <a:solidFill>
                                            <a:srgbClr val="121212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DE" sz="2800" b="0" i="1" dirty="0">
                                          <a:solidFill>
                                            <a:srgbClr val="121212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sz="2800" b="0" i="0" dirty="0" smtClean="0">
                                          <a:solidFill>
                                            <a:srgbClr val="121212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ref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AB30083-6C5D-9D13-E8BD-D7A74265BE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91985" y="3591013"/>
                <a:ext cx="6096000" cy="57868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BB9F23A-53EE-EBE8-B636-3742FA766207}"/>
                  </a:ext>
                </a:extLst>
              </p:cNvPr>
              <p:cNvSpPr txBox="1"/>
              <p:nvPr/>
            </p:nvSpPr>
            <p:spPr>
              <a:xfrm>
                <a:off x="607816" y="4738787"/>
                <a:ext cx="1425903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ref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=0.001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BB9F23A-53EE-EBE8-B636-3742FA7662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816" y="4738787"/>
                <a:ext cx="1425903" cy="307777"/>
              </a:xfrm>
              <a:prstGeom prst="rect">
                <a:avLst/>
              </a:prstGeom>
              <a:blipFill>
                <a:blip r:embed="rId4"/>
                <a:stretch>
                  <a:fillRect l="-3846" r="-3419" b="-215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08F7AD8-DC81-A80E-EF0F-771FF1976B42}"/>
                  </a:ext>
                </a:extLst>
              </p:cNvPr>
              <p:cNvSpPr txBox="1"/>
              <p:nvPr/>
            </p:nvSpPr>
            <p:spPr>
              <a:xfrm>
                <a:off x="607815" y="5153192"/>
                <a:ext cx="1213987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ref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=300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08F7AD8-DC81-A80E-EF0F-771FF1976B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815" y="5153192"/>
                <a:ext cx="1213987" cy="307777"/>
              </a:xfrm>
              <a:prstGeom prst="rect">
                <a:avLst/>
              </a:prstGeom>
              <a:blipFill>
                <a:blip r:embed="rId5"/>
                <a:stretch>
                  <a:fillRect l="-4523" r="-4020" b="-156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2DB61E3-3458-95E9-0016-E79C4F85329F}"/>
                  </a:ext>
                </a:extLst>
              </p:cNvPr>
              <p:cNvSpPr txBox="1"/>
              <p:nvPr/>
            </p:nvSpPr>
            <p:spPr>
              <a:xfrm>
                <a:off x="607814" y="5567597"/>
                <a:ext cx="1036694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=0.02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2DB61E3-3458-95E9-0016-E79C4F8532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814" y="5567597"/>
                <a:ext cx="1036694" cy="307777"/>
              </a:xfrm>
              <a:prstGeom prst="rect">
                <a:avLst/>
              </a:prstGeom>
              <a:blipFill>
                <a:blip r:embed="rId6"/>
                <a:stretch>
                  <a:fillRect l="-8235" r="-5294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269347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5977A09-2F41-9BF8-F9CD-D864FDFC19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9E0DF-81F1-4789-B552-FAF4C5493E6A}" type="slidenum">
              <a:rPr lang="en-US" smtClean="0"/>
              <a:t>17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905DF2F-6ADE-8EAA-85F7-C1BCECFFD4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4940" y="1140281"/>
            <a:ext cx="7282119" cy="4756826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C5C384F4-77D4-129F-DA51-571F55861F3A}"/>
              </a:ext>
            </a:extLst>
          </p:cNvPr>
          <p:cNvSpPr txBox="1">
            <a:spLocks/>
          </p:cNvSpPr>
          <p:nvPr/>
        </p:nvSpPr>
        <p:spPr>
          <a:xfrm>
            <a:off x="199007" y="136526"/>
            <a:ext cx="11793986" cy="54451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dirty="0"/>
              <a:t>Activity 3 – Temperature-dependent viscosity (results)</a:t>
            </a:r>
          </a:p>
        </p:txBody>
      </p:sp>
    </p:spTree>
    <p:extLst>
      <p:ext uri="{BB962C8B-B14F-4D97-AF65-F5344CB8AC3E}">
        <p14:creationId xmlns:p14="http://schemas.microsoft.com/office/powerpoint/2010/main" val="21212893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814</TotalTime>
  <Words>1431</Words>
  <Application>Microsoft Office PowerPoint</Application>
  <PresentationFormat>Widescreen</PresentationFormat>
  <Paragraphs>266</Paragraphs>
  <Slides>17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Aptos</vt:lpstr>
      <vt:lpstr>Arial</vt:lpstr>
      <vt:lpstr>Calibri</vt:lpstr>
      <vt:lpstr>Cambria Math</vt:lpstr>
      <vt:lpstr>Courier New</vt:lpstr>
      <vt:lpstr>Office 2013 - 2022 Theme</vt:lpstr>
      <vt:lpstr>User-Defined Functions  in Ansys Fluent</vt:lpstr>
      <vt:lpstr>Motivation</vt:lpstr>
      <vt:lpstr>Common UDFs (1)</vt:lpstr>
      <vt:lpstr>Common UDFs (2)</vt:lpstr>
      <vt:lpstr>What is a function?</vt:lpstr>
      <vt:lpstr>Common Cell Macros</vt:lpstr>
      <vt:lpstr>Common Cell Macros (2)</vt:lpstr>
      <vt:lpstr>Mesh Terminology</vt:lpstr>
      <vt:lpstr>Basic UDF Syntax</vt:lpstr>
      <vt:lpstr>Access to activity files</vt:lpstr>
      <vt:lpstr>Activity 0 – Channel Flow</vt:lpstr>
      <vt:lpstr>Activity 0 – Channel Flow (results)</vt:lpstr>
      <vt:lpstr>Activity 1 – Define Fully-Developed Inlet</vt:lpstr>
      <vt:lpstr>Activity 2 – Simulated laser heating</vt:lpstr>
      <vt:lpstr>Activity 2 – Simulated laser heating (results)</vt:lpstr>
      <vt:lpstr>Activity 3 – Temperature-dependent viscosity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User-Defined Functions in Ansys Fluent</dc:title>
  <dc:creator>Yasin, Ayaaz (yasinaz)</dc:creator>
  <cp:lastModifiedBy>Yasin, Ayaaz (yasinaz)</cp:lastModifiedBy>
  <cp:revision>137</cp:revision>
  <dcterms:created xsi:type="dcterms:W3CDTF">2024-02-08T22:09:52Z</dcterms:created>
  <dcterms:modified xsi:type="dcterms:W3CDTF">2026-04-14T04:43:12Z</dcterms:modified>
</cp:coreProperties>
</file>